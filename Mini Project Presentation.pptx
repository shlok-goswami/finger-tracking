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8" r:id="rId1"/>
  </p:sldMasterIdLst>
  <p:notesMasterIdLst>
    <p:notesMasterId r:id="rId19"/>
  </p:notesMasterIdLst>
  <p:sldIdLst>
    <p:sldId id="256" r:id="rId2"/>
    <p:sldId id="258" r:id="rId3"/>
    <p:sldId id="257" r:id="rId4"/>
    <p:sldId id="280" r:id="rId5"/>
    <p:sldId id="268" r:id="rId6"/>
    <p:sldId id="259" r:id="rId7"/>
    <p:sldId id="302" r:id="rId8"/>
    <p:sldId id="303" r:id="rId9"/>
    <p:sldId id="287" r:id="rId10"/>
    <p:sldId id="278" r:id="rId11"/>
    <p:sldId id="271" r:id="rId12"/>
    <p:sldId id="274" r:id="rId13"/>
    <p:sldId id="260" r:id="rId14"/>
    <p:sldId id="264" r:id="rId15"/>
    <p:sldId id="272" r:id="rId16"/>
    <p:sldId id="304" r:id="rId17"/>
    <p:sldId id="276" r:id="rId18"/>
  </p:sldIdLst>
  <p:sldSz cx="9144000" cy="5143500" type="screen16x9"/>
  <p:notesSz cx="6858000" cy="9144000"/>
  <p:embeddedFontLst>
    <p:embeddedFont>
      <p:font typeface="Anaheim" pitchFamily="2" charset="0"/>
      <p:regular r:id="rId20"/>
      <p:bold r:id="rId21"/>
    </p:embeddedFont>
    <p:embeddedFont>
      <p:font typeface="Bebas Neue" panose="020B0606020202050201" pitchFamily="34" charset="0"/>
      <p:regular r:id="rId22"/>
    </p:embeddedFont>
    <p:embeddedFont>
      <p:font typeface="Josefin Sans" pitchFamily="2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Roboto Condensed Light" panose="02000000000000000000" pitchFamily="2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73A065-E06D-4046-9655-6FFDFCCC0CE4}">
  <a:tblStyle styleId="{7773A065-E06D-4046-9655-6FFDFCCC0C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14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b347e33ac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b347e33ac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ab8d1ca927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ab8d1ca927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ab8d1ca927_3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ab8d1ca927_3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161f6db217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161f6db217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d1e87cec6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d1e87cec6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ab8d1ca927_3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ab8d1ca927_3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d1e87cec61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d1e87cec61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ab8d1ca927_3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ab8d1ca927_3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d1e87cec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d1e87cec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ab8d1ca927_3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ab8d1ca927_3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ab8d1ca927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ab8d1ca927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ab8d1ca927_3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ab8d1ca927_3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d1e87cec6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d1e87cec6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6">
          <a:extLst>
            <a:ext uri="{FF2B5EF4-FFF2-40B4-BE49-F238E27FC236}">
              <a16:creationId xmlns:a16="http://schemas.microsoft.com/office/drawing/2014/main" id="{82D0A089-11E2-A137-4874-BCE56E4E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d1e87cec61_0_55:notes">
            <a:extLst>
              <a:ext uri="{FF2B5EF4-FFF2-40B4-BE49-F238E27FC236}">
                <a16:creationId xmlns:a16="http://schemas.microsoft.com/office/drawing/2014/main" id="{64413316-78D4-D70A-6C4F-EAA2EC24FE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d1e87cec61_0_55:notes">
            <a:extLst>
              <a:ext uri="{FF2B5EF4-FFF2-40B4-BE49-F238E27FC236}">
                <a16:creationId xmlns:a16="http://schemas.microsoft.com/office/drawing/2014/main" id="{990138DE-763C-5EAA-87EC-740D06917C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3047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b347e33ac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b347e33ac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78600" y="1484550"/>
            <a:ext cx="7787100" cy="20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47575" y="3466725"/>
            <a:ext cx="40488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1867025" y="1013175"/>
            <a:ext cx="4814046" cy="171036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-229260" y="3396805"/>
            <a:ext cx="3675485" cy="1893812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315040" flipH="1">
            <a:off x="-236345" y="4475012"/>
            <a:ext cx="2114446" cy="99708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3282713" y="47691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27300" y="4210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55488" y="29082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257175" y="4901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559288" y="39105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 rot="-5400000">
            <a:off x="6110254" y="2527892"/>
            <a:ext cx="4814046" cy="171036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744675" y="-169359"/>
            <a:ext cx="3627772" cy="1869298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rot="10484934" flipH="1">
            <a:off x="7292455" y="-348495"/>
            <a:ext cx="2087045" cy="98416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 rot="10800000">
            <a:off x="5634813" y="2079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 rot="10800000">
            <a:off x="7750600" y="10248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 rot="10800000">
            <a:off x="8980488" y="193977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 rot="10800000">
            <a:off x="4725450" y="13999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718675" y="1028700"/>
            <a:ext cx="7706400" cy="3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47" name="Google Shape;47;p4"/>
          <p:cNvGrpSpPr/>
          <p:nvPr/>
        </p:nvGrpSpPr>
        <p:grpSpPr>
          <a:xfrm flipH="1">
            <a:off x="-129749" y="-116300"/>
            <a:ext cx="2684034" cy="1738163"/>
            <a:chOff x="6654501" y="-116300"/>
            <a:chExt cx="2684034" cy="1738163"/>
          </a:xfrm>
        </p:grpSpPr>
        <p:sp>
          <p:nvSpPr>
            <p:cNvPr id="48" name="Google Shape;48;p4"/>
            <p:cNvSpPr/>
            <p:nvPr/>
          </p:nvSpPr>
          <p:spPr>
            <a:xfrm>
              <a:off x="6654501" y="-116300"/>
              <a:ext cx="2684034" cy="1535681"/>
            </a:xfrm>
            <a:custGeom>
              <a:avLst/>
              <a:gdLst/>
              <a:ahLst/>
              <a:cxnLst/>
              <a:rect l="l" t="t" r="r" b="b"/>
              <a:pathLst>
                <a:path w="64695" h="36451" extrusionOk="0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5400000" flipH="1">
              <a:off x="8050932" y="-354518"/>
              <a:ext cx="808131" cy="1493289"/>
            </a:xfrm>
            <a:custGeom>
              <a:avLst/>
              <a:gdLst/>
              <a:ahLst/>
              <a:cxnLst/>
              <a:rect l="l" t="t" r="r" b="b"/>
              <a:pathLst>
                <a:path w="24039" h="44420" extrusionOk="0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54;p4"/>
          <p:cNvGrpSpPr/>
          <p:nvPr/>
        </p:nvGrpSpPr>
        <p:grpSpPr>
          <a:xfrm>
            <a:off x="6806901" y="-116300"/>
            <a:ext cx="2684034" cy="1738163"/>
            <a:chOff x="6654501" y="-116300"/>
            <a:chExt cx="2684034" cy="1738163"/>
          </a:xfrm>
        </p:grpSpPr>
        <p:sp>
          <p:nvSpPr>
            <p:cNvPr id="55" name="Google Shape;55;p4"/>
            <p:cNvSpPr/>
            <p:nvPr/>
          </p:nvSpPr>
          <p:spPr>
            <a:xfrm>
              <a:off x="6654501" y="-116300"/>
              <a:ext cx="2684034" cy="1535681"/>
            </a:xfrm>
            <a:custGeom>
              <a:avLst/>
              <a:gdLst/>
              <a:ahLst/>
              <a:cxnLst/>
              <a:rect l="l" t="t" r="r" b="b"/>
              <a:pathLst>
                <a:path w="64695" h="36451" extrusionOk="0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5400000" flipH="1">
              <a:off x="8050932" y="-354518"/>
              <a:ext cx="808131" cy="1493289"/>
            </a:xfrm>
            <a:custGeom>
              <a:avLst/>
              <a:gdLst/>
              <a:ahLst/>
              <a:cxnLst/>
              <a:rect l="l" t="t" r="r" b="b"/>
              <a:pathLst>
                <a:path w="24039" h="44420" extrusionOk="0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5069450" y="2590588"/>
            <a:ext cx="28848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5069400" y="2882600"/>
            <a:ext cx="2884800" cy="7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3"/>
          </p:nvPr>
        </p:nvSpPr>
        <p:spPr>
          <a:xfrm>
            <a:off x="1189788" y="2590588"/>
            <a:ext cx="28848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4"/>
          </p:nvPr>
        </p:nvSpPr>
        <p:spPr>
          <a:xfrm>
            <a:off x="1189800" y="2882600"/>
            <a:ext cx="2884800" cy="7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5"/>
          <p:cNvSpPr/>
          <p:nvPr/>
        </p:nvSpPr>
        <p:spPr>
          <a:xfrm rot="10376871">
            <a:off x="-495921" y="-203555"/>
            <a:ext cx="4143688" cy="141169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812651" y="34897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93226" y="8386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418776" y="6334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981851" y="2502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 flipH="1">
            <a:off x="-201027" y="-164602"/>
            <a:ext cx="3007352" cy="1244123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 rot="10800000">
            <a:off x="-259611" y="-297078"/>
            <a:ext cx="2457436" cy="930503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 rot="-448972">
            <a:off x="5418223" y="3906226"/>
            <a:ext cx="4114989" cy="1394558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 rot="10800000">
            <a:off x="4710711" y="472444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 rot="10800000">
            <a:off x="8391336" y="416847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 rot="10800000">
            <a:off x="5390761" y="416847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 rot="10800000">
            <a:off x="6002711" y="475684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 rot="10800000" flipH="1">
            <a:off x="6276637" y="4026301"/>
            <a:ext cx="3007352" cy="1244123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885137" y="4472397"/>
            <a:ext cx="2457436" cy="930503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707550" y="1922950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"/>
          </p:nvPr>
        </p:nvSpPr>
        <p:spPr>
          <a:xfrm>
            <a:off x="707650" y="2757125"/>
            <a:ext cx="4860000" cy="4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"/>
          <p:cNvSpPr/>
          <p:nvPr/>
        </p:nvSpPr>
        <p:spPr>
          <a:xfrm rot="-10667561">
            <a:off x="305871" y="4396335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/>
          <p:nvPr/>
        </p:nvSpPr>
        <p:spPr>
          <a:xfrm rot="10800000">
            <a:off x="402459" y="4303597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-272112" y="4159112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5246676" y="48207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402451" y="39521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153051" y="43906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2859751" y="47374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"/>
          <p:cNvSpPr/>
          <p:nvPr/>
        </p:nvSpPr>
        <p:spPr>
          <a:xfrm rot="-132439" flipH="1">
            <a:off x="305871" y="-39916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7"/>
          <p:cNvSpPr/>
          <p:nvPr/>
        </p:nvSpPr>
        <p:spPr>
          <a:xfrm flipH="1">
            <a:off x="402459" y="-132676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"/>
          <p:cNvSpPr/>
          <p:nvPr/>
        </p:nvSpPr>
        <p:spPr>
          <a:xfrm rot="10800000" flipH="1">
            <a:off x="-272112" y="-10878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"/>
          <p:cNvSpPr/>
          <p:nvPr/>
        </p:nvSpPr>
        <p:spPr>
          <a:xfrm rot="10800000" flipH="1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"/>
          <p:cNvSpPr/>
          <p:nvPr/>
        </p:nvSpPr>
        <p:spPr>
          <a:xfrm rot="10800000" flipH="1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"/>
          <p:cNvSpPr/>
          <p:nvPr/>
        </p:nvSpPr>
        <p:spPr>
          <a:xfrm rot="10800000" flipH="1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/>
          <p:nvPr/>
        </p:nvSpPr>
        <p:spPr>
          <a:xfrm rot="10800000" flipH="1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1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/>
          <p:nvPr/>
        </p:nvSpPr>
        <p:spPr>
          <a:xfrm rot="10800000" flipH="1">
            <a:off x="5365175" y="3285293"/>
            <a:ext cx="4058317" cy="1729782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9"/>
          <p:cNvSpPr/>
          <p:nvPr/>
        </p:nvSpPr>
        <p:spPr>
          <a:xfrm rot="10800000" flipH="1">
            <a:off x="4874550" y="4429982"/>
            <a:ext cx="4130269" cy="108516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9"/>
          <p:cNvSpPr/>
          <p:nvPr/>
        </p:nvSpPr>
        <p:spPr>
          <a:xfrm flipH="1">
            <a:off x="5365175" y="46636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"/>
          <p:cNvSpPr/>
          <p:nvPr/>
        </p:nvSpPr>
        <p:spPr>
          <a:xfrm flipH="1">
            <a:off x="7188788" y="43826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"/>
          <p:cNvSpPr/>
          <p:nvPr/>
        </p:nvSpPr>
        <p:spPr>
          <a:xfrm flipH="1">
            <a:off x="6621274" y="3703451"/>
            <a:ext cx="2874201" cy="1521816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"/>
          <p:cNvSpPr/>
          <p:nvPr/>
        </p:nvSpPr>
        <p:spPr>
          <a:xfrm flipH="1">
            <a:off x="7832875" y="40170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/>
          <p:nvPr/>
        </p:nvSpPr>
        <p:spPr>
          <a:xfrm flipH="1">
            <a:off x="8890913" y="300753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"/>
          <p:cNvSpPr/>
          <p:nvPr/>
        </p:nvSpPr>
        <p:spPr>
          <a:xfrm flipH="1">
            <a:off x="-260192" y="166613"/>
            <a:ext cx="4058317" cy="1729782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"/>
          <p:cNvSpPr/>
          <p:nvPr/>
        </p:nvSpPr>
        <p:spPr>
          <a:xfrm flipH="1">
            <a:off x="158481" y="-333462"/>
            <a:ext cx="4130269" cy="108516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"/>
          <p:cNvSpPr/>
          <p:nvPr/>
        </p:nvSpPr>
        <p:spPr>
          <a:xfrm rot="10800000" flipH="1">
            <a:off x="3699725" y="41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"/>
          <p:cNvSpPr/>
          <p:nvPr/>
        </p:nvSpPr>
        <p:spPr>
          <a:xfrm rot="10800000" flipH="1">
            <a:off x="1811013" y="63557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"/>
          <p:cNvSpPr/>
          <p:nvPr/>
        </p:nvSpPr>
        <p:spPr>
          <a:xfrm rot="10800000" flipH="1">
            <a:off x="-332175" y="-43579"/>
            <a:ext cx="2874201" cy="1521816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"/>
          <p:cNvSpPr/>
          <p:nvPr/>
        </p:nvSpPr>
        <p:spPr>
          <a:xfrm rot="10800000" flipH="1">
            <a:off x="1232025" y="106596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"/>
          <p:cNvSpPr/>
          <p:nvPr/>
        </p:nvSpPr>
        <p:spPr>
          <a:xfrm rot="10800000" flipH="1">
            <a:off x="108888" y="20106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>
            <a:spLocks noGrp="1"/>
          </p:cNvSpPr>
          <p:nvPr>
            <p:ph type="title" hasCustomPrompt="1"/>
          </p:nvPr>
        </p:nvSpPr>
        <p:spPr>
          <a:xfrm>
            <a:off x="1217350" y="1604400"/>
            <a:ext cx="6709200" cy="14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1" name="Google Shape;151;p11"/>
          <p:cNvSpPr txBox="1">
            <a:spLocks noGrp="1"/>
          </p:cNvSpPr>
          <p:nvPr>
            <p:ph type="body" idx="1"/>
          </p:nvPr>
        </p:nvSpPr>
        <p:spPr>
          <a:xfrm>
            <a:off x="1668825" y="3087600"/>
            <a:ext cx="58062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11"/>
          <p:cNvSpPr/>
          <p:nvPr/>
        </p:nvSpPr>
        <p:spPr>
          <a:xfrm rot="10800000" flipH="1">
            <a:off x="2527149" y="4367365"/>
            <a:ext cx="6890071" cy="880003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6198946" y="4555768"/>
            <a:ext cx="3086654" cy="97210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1"/>
          <p:cNvSpPr/>
          <p:nvPr/>
        </p:nvSpPr>
        <p:spPr>
          <a:xfrm rot="-7520738" flipH="1">
            <a:off x="7812289" y="3760467"/>
            <a:ext cx="1404819" cy="2093810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"/>
          <p:cNvSpPr/>
          <p:nvPr/>
        </p:nvSpPr>
        <p:spPr>
          <a:xfrm flipH="1">
            <a:off x="5018091" y="47256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"/>
          <p:cNvSpPr/>
          <p:nvPr/>
        </p:nvSpPr>
        <p:spPr>
          <a:xfrm flipH="1">
            <a:off x="7887341" y="45541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"/>
          <p:cNvSpPr/>
          <p:nvPr/>
        </p:nvSpPr>
        <p:spPr>
          <a:xfrm flipH="1">
            <a:off x="8652966" y="362877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"/>
          <p:cNvSpPr/>
          <p:nvPr/>
        </p:nvSpPr>
        <p:spPr>
          <a:xfrm flipH="1">
            <a:off x="7477516" y="436737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"/>
          <p:cNvSpPr/>
          <p:nvPr/>
        </p:nvSpPr>
        <p:spPr>
          <a:xfrm flipH="1">
            <a:off x="-426404" y="-84700"/>
            <a:ext cx="6890071" cy="880003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1"/>
          <p:cNvSpPr/>
          <p:nvPr/>
        </p:nvSpPr>
        <p:spPr>
          <a:xfrm rot="10800000">
            <a:off x="-294784" y="-365201"/>
            <a:ext cx="3086654" cy="97210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"/>
          <p:cNvSpPr/>
          <p:nvPr/>
        </p:nvSpPr>
        <p:spPr>
          <a:xfrm rot="3279262" flipH="1">
            <a:off x="-226292" y="-691608"/>
            <a:ext cx="1404819" cy="2093810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"/>
          <p:cNvSpPr/>
          <p:nvPr/>
        </p:nvSpPr>
        <p:spPr>
          <a:xfrm flipH="1">
            <a:off x="885666" y="60690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1"/>
          <p:cNvSpPr/>
          <p:nvPr/>
        </p:nvSpPr>
        <p:spPr>
          <a:xfrm flipH="1">
            <a:off x="2476066" y="6665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"/>
          <p:cNvSpPr/>
          <p:nvPr/>
        </p:nvSpPr>
        <p:spPr>
          <a:xfrm flipH="1">
            <a:off x="82941" y="143520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1"/>
          </p:nvPr>
        </p:nvSpPr>
        <p:spPr>
          <a:xfrm>
            <a:off x="4379650" y="1868975"/>
            <a:ext cx="3830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2"/>
          </p:nvPr>
        </p:nvSpPr>
        <p:spPr>
          <a:xfrm>
            <a:off x="5051588" y="2188088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3"/>
          </p:nvPr>
        </p:nvSpPr>
        <p:spPr>
          <a:xfrm>
            <a:off x="934238" y="1868975"/>
            <a:ext cx="36900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4"/>
          </p:nvPr>
        </p:nvSpPr>
        <p:spPr>
          <a:xfrm>
            <a:off x="1536188" y="2188088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5"/>
          </p:nvPr>
        </p:nvSpPr>
        <p:spPr>
          <a:xfrm>
            <a:off x="4379600" y="3770850"/>
            <a:ext cx="3830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6"/>
          </p:nvPr>
        </p:nvSpPr>
        <p:spPr>
          <a:xfrm>
            <a:off x="5051588" y="408997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7"/>
          </p:nvPr>
        </p:nvSpPr>
        <p:spPr>
          <a:xfrm>
            <a:off x="934238" y="3770850"/>
            <a:ext cx="36900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8"/>
          </p:nvPr>
        </p:nvSpPr>
        <p:spPr>
          <a:xfrm>
            <a:off x="1536188" y="408997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9" hasCustomPrompt="1"/>
          </p:nvPr>
        </p:nvSpPr>
        <p:spPr>
          <a:xfrm>
            <a:off x="2259638" y="117111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13" hasCustomPrompt="1"/>
          </p:nvPr>
        </p:nvSpPr>
        <p:spPr>
          <a:xfrm>
            <a:off x="5775063" y="117111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title" idx="14" hasCustomPrompt="1"/>
          </p:nvPr>
        </p:nvSpPr>
        <p:spPr>
          <a:xfrm>
            <a:off x="2259638" y="3071125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15" hasCustomPrompt="1"/>
          </p:nvPr>
        </p:nvSpPr>
        <p:spPr>
          <a:xfrm>
            <a:off x="5775063" y="3071125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/>
          <p:nvPr/>
        </p:nvSpPr>
        <p:spPr>
          <a:xfrm rot="-5267561">
            <a:off x="-2166865" y="2462282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/>
          <p:cNvSpPr/>
          <p:nvPr/>
        </p:nvSpPr>
        <p:spPr>
          <a:xfrm rot="-5400000">
            <a:off x="-954332" y="1253578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/>
          <p:cNvSpPr/>
          <p:nvPr/>
        </p:nvSpPr>
        <p:spPr>
          <a:xfrm rot="5400000">
            <a:off x="-672825" y="419298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3"/>
          <p:cNvSpPr/>
          <p:nvPr/>
        </p:nvSpPr>
        <p:spPr>
          <a:xfrm rot="5400000">
            <a:off x="121363" y="31329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3"/>
          <p:cNvSpPr/>
          <p:nvPr/>
        </p:nvSpPr>
        <p:spPr>
          <a:xfrm rot="5400000">
            <a:off x="993813" y="26471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3"/>
          <p:cNvSpPr/>
          <p:nvPr/>
        </p:nvSpPr>
        <p:spPr>
          <a:xfrm rot="5400000">
            <a:off x="540138" y="12904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 rot="5400000">
            <a:off x="441438" y="27005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/>
          <p:nvPr/>
        </p:nvSpPr>
        <p:spPr>
          <a:xfrm rot="5532439">
            <a:off x="6598811" y="1897536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3"/>
          <p:cNvSpPr/>
          <p:nvPr/>
        </p:nvSpPr>
        <p:spPr>
          <a:xfrm rot="5400000">
            <a:off x="7811366" y="2920743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3"/>
          <p:cNvSpPr/>
          <p:nvPr/>
        </p:nvSpPr>
        <p:spPr>
          <a:xfrm rot="-5400000">
            <a:off x="7826590" y="3732336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3"/>
          <p:cNvSpPr/>
          <p:nvPr/>
        </p:nvSpPr>
        <p:spPr>
          <a:xfrm rot="-5400000">
            <a:off x="8965800" y="184432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3"/>
          <p:cNvSpPr/>
          <p:nvPr/>
        </p:nvSpPr>
        <p:spPr>
          <a:xfrm rot="-5400000">
            <a:off x="8612125" y="375164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3"/>
          <p:cNvSpPr/>
          <p:nvPr/>
        </p:nvSpPr>
        <p:spPr>
          <a:xfrm rot="-5400000">
            <a:off x="8710825" y="23415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3"/>
          <p:cNvSpPr/>
          <p:nvPr/>
        </p:nvSpPr>
        <p:spPr>
          <a:xfrm rot="-5400000">
            <a:off x="8158450" y="4777374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42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 hasCustomPrompt="1"/>
          </p:nvPr>
        </p:nvSpPr>
        <p:spPr>
          <a:xfrm>
            <a:off x="2515413" y="2611248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6" name="Google Shape;196;p14"/>
          <p:cNvSpPr txBox="1">
            <a:spLocks noGrp="1"/>
          </p:cNvSpPr>
          <p:nvPr>
            <p:ph type="title" idx="2" hasCustomPrompt="1"/>
          </p:nvPr>
        </p:nvSpPr>
        <p:spPr>
          <a:xfrm>
            <a:off x="5033788" y="2611248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7" name="Google Shape;197;p14"/>
          <p:cNvSpPr txBox="1">
            <a:spLocks noGrp="1"/>
          </p:cNvSpPr>
          <p:nvPr>
            <p:ph type="subTitle" idx="1"/>
          </p:nvPr>
        </p:nvSpPr>
        <p:spPr>
          <a:xfrm>
            <a:off x="718800" y="1641600"/>
            <a:ext cx="26697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subTitle" idx="3"/>
          </p:nvPr>
        </p:nvSpPr>
        <p:spPr>
          <a:xfrm>
            <a:off x="872525" y="215660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4"/>
          <p:cNvSpPr txBox="1">
            <a:spLocks noGrp="1"/>
          </p:cNvSpPr>
          <p:nvPr>
            <p:ph type="subTitle" idx="4"/>
          </p:nvPr>
        </p:nvSpPr>
        <p:spPr>
          <a:xfrm>
            <a:off x="3237150" y="1641600"/>
            <a:ext cx="26697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subTitle" idx="5"/>
          </p:nvPr>
        </p:nvSpPr>
        <p:spPr>
          <a:xfrm>
            <a:off x="3390900" y="215662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subTitle" idx="6"/>
          </p:nvPr>
        </p:nvSpPr>
        <p:spPr>
          <a:xfrm>
            <a:off x="5755500" y="1641600"/>
            <a:ext cx="26697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2" name="Google Shape;202;p14"/>
          <p:cNvSpPr txBox="1">
            <a:spLocks noGrp="1"/>
          </p:cNvSpPr>
          <p:nvPr>
            <p:ph type="subTitle" idx="7"/>
          </p:nvPr>
        </p:nvSpPr>
        <p:spPr>
          <a:xfrm>
            <a:off x="5888425" y="215660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8"/>
          </p:nvPr>
        </p:nvSpPr>
        <p:spPr>
          <a:xfrm>
            <a:off x="1766775" y="3105100"/>
            <a:ext cx="30921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9"/>
          </p:nvPr>
        </p:nvSpPr>
        <p:spPr>
          <a:xfrm>
            <a:off x="2131725" y="362012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13"/>
          </p:nvPr>
        </p:nvSpPr>
        <p:spPr>
          <a:xfrm>
            <a:off x="4496350" y="3105100"/>
            <a:ext cx="26697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subTitle" idx="14"/>
          </p:nvPr>
        </p:nvSpPr>
        <p:spPr>
          <a:xfrm>
            <a:off x="4650100" y="362010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title" idx="15" hasCustomPrompt="1"/>
          </p:nvPr>
        </p:nvSpPr>
        <p:spPr>
          <a:xfrm>
            <a:off x="1256225" y="1132242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14"/>
          <p:cNvSpPr txBox="1">
            <a:spLocks noGrp="1"/>
          </p:cNvSpPr>
          <p:nvPr>
            <p:ph type="title" idx="16" hasCustomPrompt="1"/>
          </p:nvPr>
        </p:nvSpPr>
        <p:spPr>
          <a:xfrm>
            <a:off x="3774600" y="1132242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14"/>
          <p:cNvSpPr txBox="1">
            <a:spLocks noGrp="1"/>
          </p:cNvSpPr>
          <p:nvPr>
            <p:ph type="title" idx="17" hasCustomPrompt="1"/>
          </p:nvPr>
        </p:nvSpPr>
        <p:spPr>
          <a:xfrm>
            <a:off x="6292975" y="1132242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14"/>
          <p:cNvSpPr/>
          <p:nvPr/>
        </p:nvSpPr>
        <p:spPr>
          <a:xfrm rot="10800000" flipH="1">
            <a:off x="37927" y="4374834"/>
            <a:ext cx="2505013" cy="768740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4"/>
          <p:cNvSpPr/>
          <p:nvPr/>
        </p:nvSpPr>
        <p:spPr>
          <a:xfrm rot="10800000">
            <a:off x="6142736" y="4490064"/>
            <a:ext cx="2594745" cy="68451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 rot="10800000" flipH="1">
            <a:off x="6632383" y="4238575"/>
            <a:ext cx="3779755" cy="936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/>
          <p:nvPr/>
        </p:nvSpPr>
        <p:spPr>
          <a:xfrm flipH="1">
            <a:off x="-5" y="4269850"/>
            <a:ext cx="2018280" cy="87380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" y="4269786"/>
            <a:ext cx="1717924" cy="87359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4"/>
          <p:cNvSpPr/>
          <p:nvPr/>
        </p:nvSpPr>
        <p:spPr>
          <a:xfrm rot="10800000">
            <a:off x="6962402" y="4352337"/>
            <a:ext cx="2594826" cy="822238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title" idx="18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/>
          <p:nvPr/>
        </p:nvSpPr>
        <p:spPr>
          <a:xfrm rot="5400000">
            <a:off x="2341731" y="48099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4"/>
          <p:cNvSpPr/>
          <p:nvPr/>
        </p:nvSpPr>
        <p:spPr>
          <a:xfrm rot="5400000">
            <a:off x="989544" y="47098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4"/>
          <p:cNvSpPr/>
          <p:nvPr/>
        </p:nvSpPr>
        <p:spPr>
          <a:xfrm rot="-5400000">
            <a:off x="1684906" y="46572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"/>
          <p:cNvSpPr/>
          <p:nvPr/>
        </p:nvSpPr>
        <p:spPr>
          <a:xfrm rot="5400000">
            <a:off x="333331" y="40750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"/>
          <p:cNvSpPr/>
          <p:nvPr/>
        </p:nvSpPr>
        <p:spPr>
          <a:xfrm rot="5400000">
            <a:off x="8655556" y="41433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"/>
          <p:cNvSpPr/>
          <p:nvPr/>
        </p:nvSpPr>
        <p:spPr>
          <a:xfrm rot="-5400000">
            <a:off x="7367731" y="44490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4"/>
          <p:cNvSpPr/>
          <p:nvPr/>
        </p:nvSpPr>
        <p:spPr>
          <a:xfrm rot="5400000">
            <a:off x="5923156" y="48443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3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title" idx="2" hasCustomPrompt="1"/>
          </p:nvPr>
        </p:nvSpPr>
        <p:spPr>
          <a:xfrm>
            <a:off x="884798" y="1499138"/>
            <a:ext cx="3200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0" name="Google Shape;290;p18"/>
          <p:cNvSpPr txBox="1">
            <a:spLocks noGrp="1"/>
          </p:cNvSpPr>
          <p:nvPr>
            <p:ph type="subTitle" idx="1"/>
          </p:nvPr>
        </p:nvSpPr>
        <p:spPr>
          <a:xfrm>
            <a:off x="1099425" y="2130913"/>
            <a:ext cx="2771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title" idx="3" hasCustomPrompt="1"/>
          </p:nvPr>
        </p:nvSpPr>
        <p:spPr>
          <a:xfrm>
            <a:off x="5058798" y="1499138"/>
            <a:ext cx="3200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4"/>
          </p:nvPr>
        </p:nvSpPr>
        <p:spPr>
          <a:xfrm>
            <a:off x="5273425" y="2130925"/>
            <a:ext cx="2771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title" idx="5" hasCustomPrompt="1"/>
          </p:nvPr>
        </p:nvSpPr>
        <p:spPr>
          <a:xfrm>
            <a:off x="2971798" y="3109475"/>
            <a:ext cx="3200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6"/>
          </p:nvPr>
        </p:nvSpPr>
        <p:spPr>
          <a:xfrm>
            <a:off x="3186425" y="3740725"/>
            <a:ext cx="277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8"/>
          <p:cNvSpPr/>
          <p:nvPr/>
        </p:nvSpPr>
        <p:spPr>
          <a:xfrm rot="10800000" flipH="1">
            <a:off x="6626826" y="3797502"/>
            <a:ext cx="2810674" cy="1198053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8"/>
          <p:cNvSpPr/>
          <p:nvPr/>
        </p:nvSpPr>
        <p:spPr>
          <a:xfrm rot="10800000" flipH="1">
            <a:off x="6287025" y="4590289"/>
            <a:ext cx="2860647" cy="75161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8"/>
          <p:cNvSpPr/>
          <p:nvPr/>
        </p:nvSpPr>
        <p:spPr>
          <a:xfrm flipH="1">
            <a:off x="6239900" y="4742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8"/>
          <p:cNvSpPr/>
          <p:nvPr/>
        </p:nvSpPr>
        <p:spPr>
          <a:xfrm flipH="1">
            <a:off x="7868588" y="44840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8"/>
          <p:cNvSpPr/>
          <p:nvPr/>
        </p:nvSpPr>
        <p:spPr>
          <a:xfrm flipH="1">
            <a:off x="7496815" y="4087142"/>
            <a:ext cx="1990610" cy="1054010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8"/>
          <p:cNvSpPr/>
          <p:nvPr/>
        </p:nvSpPr>
        <p:spPr>
          <a:xfrm flipH="1">
            <a:off x="8130075" y="40871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8"/>
          <p:cNvSpPr/>
          <p:nvPr/>
        </p:nvSpPr>
        <p:spPr>
          <a:xfrm flipH="1">
            <a:off x="8852338" y="34447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8"/>
          <p:cNvSpPr/>
          <p:nvPr/>
        </p:nvSpPr>
        <p:spPr>
          <a:xfrm flipH="1">
            <a:off x="-249101" y="82083"/>
            <a:ext cx="2810674" cy="1198053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8"/>
          <p:cNvSpPr/>
          <p:nvPr/>
        </p:nvSpPr>
        <p:spPr>
          <a:xfrm flipH="1">
            <a:off x="40728" y="-264262"/>
            <a:ext cx="2860647" cy="75161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8"/>
          <p:cNvSpPr/>
          <p:nvPr/>
        </p:nvSpPr>
        <p:spPr>
          <a:xfrm rot="10800000" flipH="1">
            <a:off x="1156313" y="4300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8"/>
          <p:cNvSpPr/>
          <p:nvPr/>
        </p:nvSpPr>
        <p:spPr>
          <a:xfrm rot="10800000" flipH="1">
            <a:off x="-299025" y="-63514"/>
            <a:ext cx="1990610" cy="1054010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8"/>
          <p:cNvSpPr/>
          <p:nvPr/>
        </p:nvSpPr>
        <p:spPr>
          <a:xfrm rot="10800000" flipH="1">
            <a:off x="959925" y="89178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"/>
          <p:cNvSpPr/>
          <p:nvPr/>
        </p:nvSpPr>
        <p:spPr>
          <a:xfrm flipH="1">
            <a:off x="2802975" y="232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8"/>
          <p:cNvSpPr/>
          <p:nvPr/>
        </p:nvSpPr>
        <p:spPr>
          <a:xfrm rot="10800000" flipH="1">
            <a:off x="172563" y="14693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>
            <a:spLocks noGrp="1"/>
          </p:cNvSpPr>
          <p:nvPr>
            <p:ph type="title"/>
          </p:nvPr>
        </p:nvSpPr>
        <p:spPr>
          <a:xfrm>
            <a:off x="2129125" y="363275"/>
            <a:ext cx="48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/>
          <p:nvPr/>
        </p:nvSpPr>
        <p:spPr>
          <a:xfrm flipH="1">
            <a:off x="-141518" y="-118290"/>
            <a:ext cx="3204343" cy="165113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0"/>
          <p:cNvSpPr/>
          <p:nvPr/>
        </p:nvSpPr>
        <p:spPr>
          <a:xfrm rot="10800000" flipH="1">
            <a:off x="-241297" y="-72669"/>
            <a:ext cx="2420522" cy="1034218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0"/>
          <p:cNvSpPr/>
          <p:nvPr/>
        </p:nvSpPr>
        <p:spPr>
          <a:xfrm rot="-10484947">
            <a:off x="-697915" y="-411807"/>
            <a:ext cx="1843431" cy="86928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0"/>
          <p:cNvSpPr/>
          <p:nvPr/>
        </p:nvSpPr>
        <p:spPr>
          <a:xfrm rot="10800000" flipH="1">
            <a:off x="1759263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0"/>
          <p:cNvSpPr/>
          <p:nvPr/>
        </p:nvSpPr>
        <p:spPr>
          <a:xfrm rot="10800000" flipH="1">
            <a:off x="869351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"/>
          <p:cNvSpPr/>
          <p:nvPr/>
        </p:nvSpPr>
        <p:spPr>
          <a:xfrm rot="10800000" flipH="1">
            <a:off x="91151" y="12623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40" name="Google Shape;340;p21"/>
          <p:cNvSpPr/>
          <p:nvPr/>
        </p:nvSpPr>
        <p:spPr>
          <a:xfrm rot="1518785">
            <a:off x="6954573" y="116866"/>
            <a:ext cx="2228124" cy="91892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1"/>
          <p:cNvSpPr/>
          <p:nvPr/>
        </p:nvSpPr>
        <p:spPr>
          <a:xfrm rot="1519228">
            <a:off x="6010314" y="-585860"/>
            <a:ext cx="3782980" cy="1428824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1"/>
          <p:cNvSpPr/>
          <p:nvPr/>
        </p:nvSpPr>
        <p:spPr>
          <a:xfrm rot="1518617" flipH="1">
            <a:off x="6004813" y="-503115"/>
            <a:ext cx="4264746" cy="184380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1"/>
          <p:cNvSpPr/>
          <p:nvPr/>
        </p:nvSpPr>
        <p:spPr>
          <a:xfrm rot="-5400000">
            <a:off x="6589131" y="1652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1"/>
          <p:cNvSpPr/>
          <p:nvPr/>
        </p:nvSpPr>
        <p:spPr>
          <a:xfrm rot="-5400000">
            <a:off x="8006419" y="3300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1"/>
          <p:cNvSpPr/>
          <p:nvPr/>
        </p:nvSpPr>
        <p:spPr>
          <a:xfrm rot="5400000">
            <a:off x="7311056" y="3827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1"/>
          <p:cNvSpPr/>
          <p:nvPr/>
        </p:nvSpPr>
        <p:spPr>
          <a:xfrm rot="-5400000">
            <a:off x="8597531" y="9000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49" name="Google Shape;349;p22"/>
          <p:cNvSpPr/>
          <p:nvPr/>
        </p:nvSpPr>
        <p:spPr>
          <a:xfrm>
            <a:off x="59995" y="104"/>
            <a:ext cx="3198939" cy="98175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2"/>
          <p:cNvSpPr/>
          <p:nvPr/>
        </p:nvSpPr>
        <p:spPr>
          <a:xfrm rot="10800000">
            <a:off x="11674" y="-160"/>
            <a:ext cx="2577485" cy="1116125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2"/>
          <p:cNvSpPr/>
          <p:nvPr/>
        </p:nvSpPr>
        <p:spPr>
          <a:xfrm rot="10800000" flipH="1">
            <a:off x="11556" y="278"/>
            <a:ext cx="2193727" cy="1115769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2"/>
          <p:cNvSpPr/>
          <p:nvPr/>
        </p:nvSpPr>
        <p:spPr>
          <a:xfrm rot="5400000" flipH="1">
            <a:off x="3258931" y="1997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2"/>
          <p:cNvSpPr/>
          <p:nvPr/>
        </p:nvSpPr>
        <p:spPr>
          <a:xfrm rot="5400000" flipH="1">
            <a:off x="1272669" y="4446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2"/>
          <p:cNvSpPr/>
          <p:nvPr/>
        </p:nvSpPr>
        <p:spPr>
          <a:xfrm rot="5400000" flipH="1">
            <a:off x="376506" y="13584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0"/>
          <p:cNvSpPr txBox="1">
            <a:spLocks noGrp="1"/>
          </p:cNvSpPr>
          <p:nvPr>
            <p:ph type="title"/>
          </p:nvPr>
        </p:nvSpPr>
        <p:spPr>
          <a:xfrm>
            <a:off x="2846475" y="363275"/>
            <a:ext cx="345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6" name="Google Shape;526;p40"/>
          <p:cNvSpPr txBox="1">
            <a:spLocks noGrp="1"/>
          </p:cNvSpPr>
          <p:nvPr>
            <p:ph type="subTitle" idx="1"/>
          </p:nvPr>
        </p:nvSpPr>
        <p:spPr>
          <a:xfrm>
            <a:off x="788350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527" name="Google Shape;527;p40"/>
          <p:cNvSpPr txBox="1">
            <a:spLocks noGrp="1"/>
          </p:cNvSpPr>
          <p:nvPr>
            <p:ph type="subTitle" idx="2"/>
          </p:nvPr>
        </p:nvSpPr>
        <p:spPr>
          <a:xfrm>
            <a:off x="53817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8" name="Google Shape;528;p40"/>
          <p:cNvSpPr txBox="1">
            <a:spLocks noGrp="1"/>
          </p:cNvSpPr>
          <p:nvPr>
            <p:ph type="subTitle" idx="3"/>
          </p:nvPr>
        </p:nvSpPr>
        <p:spPr>
          <a:xfrm>
            <a:off x="5158975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529" name="Google Shape;529;p40"/>
          <p:cNvSpPr txBox="1">
            <a:spLocks noGrp="1"/>
          </p:cNvSpPr>
          <p:nvPr>
            <p:ph type="subTitle" idx="4"/>
          </p:nvPr>
        </p:nvSpPr>
        <p:spPr>
          <a:xfrm>
            <a:off x="477182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0" name="Google Shape;530;p40"/>
          <p:cNvSpPr/>
          <p:nvPr/>
        </p:nvSpPr>
        <p:spPr>
          <a:xfrm rot="-10350985" flipH="1">
            <a:off x="6450155" y="-124771"/>
            <a:ext cx="3444934" cy="116747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40"/>
          <p:cNvSpPr/>
          <p:nvPr/>
        </p:nvSpPr>
        <p:spPr>
          <a:xfrm flipH="1">
            <a:off x="8345826" y="98462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40"/>
          <p:cNvSpPr/>
          <p:nvPr/>
        </p:nvSpPr>
        <p:spPr>
          <a:xfrm flipH="1">
            <a:off x="8977776" y="13254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40"/>
          <p:cNvSpPr/>
          <p:nvPr/>
        </p:nvSpPr>
        <p:spPr>
          <a:xfrm flipH="1">
            <a:off x="6236651" y="1883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0"/>
          <p:cNvSpPr/>
          <p:nvPr/>
        </p:nvSpPr>
        <p:spPr>
          <a:xfrm flipH="1">
            <a:off x="7070376" y="539299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0"/>
          <p:cNvSpPr/>
          <p:nvPr/>
        </p:nvSpPr>
        <p:spPr>
          <a:xfrm>
            <a:off x="7168769" y="-99365"/>
            <a:ext cx="2517610" cy="104157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0"/>
          <p:cNvSpPr/>
          <p:nvPr/>
        </p:nvSpPr>
        <p:spPr>
          <a:xfrm rot="10800000" flipH="1">
            <a:off x="7678176" y="-210266"/>
            <a:ext cx="2057229" cy="77897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0"/>
          <p:cNvSpPr/>
          <p:nvPr/>
        </p:nvSpPr>
        <p:spPr>
          <a:xfrm rot="10350985">
            <a:off x="-562292" y="-173408"/>
            <a:ext cx="3444934" cy="116747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0"/>
          <p:cNvSpPr/>
          <p:nvPr/>
        </p:nvSpPr>
        <p:spPr>
          <a:xfrm>
            <a:off x="823471" y="93598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0"/>
          <p:cNvSpPr/>
          <p:nvPr/>
        </p:nvSpPr>
        <p:spPr>
          <a:xfrm>
            <a:off x="256621" y="1276811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0"/>
          <p:cNvSpPr/>
          <p:nvPr/>
        </p:nvSpPr>
        <p:spPr>
          <a:xfrm>
            <a:off x="2997746" y="13973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0"/>
          <p:cNvSpPr/>
          <p:nvPr/>
        </p:nvSpPr>
        <p:spPr>
          <a:xfrm>
            <a:off x="2164021" y="490661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40"/>
          <p:cNvSpPr/>
          <p:nvPr/>
        </p:nvSpPr>
        <p:spPr>
          <a:xfrm flipH="1">
            <a:off x="-353582" y="-148002"/>
            <a:ext cx="2517610" cy="104157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0"/>
          <p:cNvSpPr/>
          <p:nvPr/>
        </p:nvSpPr>
        <p:spPr>
          <a:xfrm rot="10800000">
            <a:off x="-402608" y="-258904"/>
            <a:ext cx="2057229" cy="77897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20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4"/>
          <p:cNvSpPr/>
          <p:nvPr/>
        </p:nvSpPr>
        <p:spPr>
          <a:xfrm rot="-5400000" flipH="1">
            <a:off x="7394663" y="2761041"/>
            <a:ext cx="2443246" cy="56873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44"/>
          <p:cNvSpPr/>
          <p:nvPr/>
        </p:nvSpPr>
        <p:spPr>
          <a:xfrm rot="-5399497">
            <a:off x="6547057" y="1922604"/>
            <a:ext cx="4515337" cy="678344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44"/>
          <p:cNvSpPr/>
          <p:nvPr/>
        </p:nvSpPr>
        <p:spPr>
          <a:xfrm rot="-5400440" flipH="1">
            <a:off x="6201606" y="2210242"/>
            <a:ext cx="5161707" cy="722922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4"/>
          <p:cNvSpPr txBox="1">
            <a:spLocks noGrp="1"/>
          </p:cNvSpPr>
          <p:nvPr>
            <p:ph type="subTitle" idx="1"/>
          </p:nvPr>
        </p:nvSpPr>
        <p:spPr>
          <a:xfrm>
            <a:off x="3328941" y="190447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13" name="Google Shape;613;p44"/>
          <p:cNvSpPr txBox="1">
            <a:spLocks noGrp="1"/>
          </p:cNvSpPr>
          <p:nvPr>
            <p:ph type="subTitle" idx="2"/>
          </p:nvPr>
        </p:nvSpPr>
        <p:spPr>
          <a:xfrm>
            <a:off x="3610941" y="2223600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44"/>
          <p:cNvSpPr txBox="1">
            <a:spLocks noGrp="1"/>
          </p:cNvSpPr>
          <p:nvPr>
            <p:ph type="subTitle" idx="3"/>
          </p:nvPr>
        </p:nvSpPr>
        <p:spPr>
          <a:xfrm>
            <a:off x="812063" y="190447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15" name="Google Shape;615;p44"/>
          <p:cNvSpPr txBox="1">
            <a:spLocks noGrp="1"/>
          </p:cNvSpPr>
          <p:nvPr>
            <p:ph type="subTitle" idx="4"/>
          </p:nvPr>
        </p:nvSpPr>
        <p:spPr>
          <a:xfrm>
            <a:off x="1094063" y="2223600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6" name="Google Shape;616;p44"/>
          <p:cNvSpPr txBox="1">
            <a:spLocks noGrp="1"/>
          </p:cNvSpPr>
          <p:nvPr>
            <p:ph type="subTitle" idx="5"/>
          </p:nvPr>
        </p:nvSpPr>
        <p:spPr>
          <a:xfrm>
            <a:off x="3328941" y="350970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17" name="Google Shape;617;p44"/>
          <p:cNvSpPr txBox="1">
            <a:spLocks noGrp="1"/>
          </p:cNvSpPr>
          <p:nvPr>
            <p:ph type="subTitle" idx="6"/>
          </p:nvPr>
        </p:nvSpPr>
        <p:spPr>
          <a:xfrm>
            <a:off x="3610941" y="3828828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p44"/>
          <p:cNvSpPr txBox="1">
            <a:spLocks noGrp="1"/>
          </p:cNvSpPr>
          <p:nvPr>
            <p:ph type="subTitle" idx="7"/>
          </p:nvPr>
        </p:nvSpPr>
        <p:spPr>
          <a:xfrm>
            <a:off x="812063" y="350970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19" name="Google Shape;619;p44"/>
          <p:cNvSpPr txBox="1">
            <a:spLocks noGrp="1"/>
          </p:cNvSpPr>
          <p:nvPr>
            <p:ph type="subTitle" idx="8"/>
          </p:nvPr>
        </p:nvSpPr>
        <p:spPr>
          <a:xfrm>
            <a:off x="1094063" y="3828828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44"/>
          <p:cNvSpPr txBox="1">
            <a:spLocks noGrp="1"/>
          </p:cNvSpPr>
          <p:nvPr>
            <p:ph type="subTitle" idx="9"/>
          </p:nvPr>
        </p:nvSpPr>
        <p:spPr>
          <a:xfrm>
            <a:off x="5845816" y="190447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21" name="Google Shape;621;p44"/>
          <p:cNvSpPr txBox="1">
            <a:spLocks noGrp="1"/>
          </p:cNvSpPr>
          <p:nvPr>
            <p:ph type="subTitle" idx="13"/>
          </p:nvPr>
        </p:nvSpPr>
        <p:spPr>
          <a:xfrm>
            <a:off x="6127816" y="2223600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44"/>
          <p:cNvSpPr txBox="1">
            <a:spLocks noGrp="1"/>
          </p:cNvSpPr>
          <p:nvPr>
            <p:ph type="subTitle" idx="14"/>
          </p:nvPr>
        </p:nvSpPr>
        <p:spPr>
          <a:xfrm>
            <a:off x="5845816" y="350970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23" name="Google Shape;623;p44"/>
          <p:cNvSpPr txBox="1">
            <a:spLocks noGrp="1"/>
          </p:cNvSpPr>
          <p:nvPr>
            <p:ph type="subTitle" idx="15"/>
          </p:nvPr>
        </p:nvSpPr>
        <p:spPr>
          <a:xfrm>
            <a:off x="6127816" y="3828828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44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25" name="Google Shape;625;p44"/>
          <p:cNvSpPr/>
          <p:nvPr/>
        </p:nvSpPr>
        <p:spPr>
          <a:xfrm>
            <a:off x="8351719" y="16884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4"/>
          <p:cNvSpPr/>
          <p:nvPr/>
        </p:nvSpPr>
        <p:spPr>
          <a:xfrm>
            <a:off x="8364481" y="48082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4"/>
          <p:cNvSpPr/>
          <p:nvPr/>
        </p:nvSpPr>
        <p:spPr>
          <a:xfrm rot="10800000">
            <a:off x="8515231" y="14905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4"/>
          <p:cNvSpPr/>
          <p:nvPr/>
        </p:nvSpPr>
        <p:spPr>
          <a:xfrm>
            <a:off x="7940944" y="299724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44"/>
          <p:cNvSpPr/>
          <p:nvPr/>
        </p:nvSpPr>
        <p:spPr>
          <a:xfrm rot="5400000">
            <a:off x="-1539825" y="1069929"/>
            <a:ext cx="3336529" cy="605972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4"/>
          <p:cNvSpPr/>
          <p:nvPr/>
        </p:nvSpPr>
        <p:spPr>
          <a:xfrm rot="6392579" flipH="1">
            <a:off x="-2086596" y="339210"/>
            <a:ext cx="4108425" cy="1125528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44"/>
          <p:cNvSpPr/>
          <p:nvPr/>
        </p:nvSpPr>
        <p:spPr>
          <a:xfrm rot="5980549">
            <a:off x="-2375690" y="502831"/>
            <a:ext cx="4840630" cy="1134631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44"/>
          <p:cNvSpPr/>
          <p:nvPr/>
        </p:nvSpPr>
        <p:spPr>
          <a:xfrm rot="10800000">
            <a:off x="115388" y="209797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44"/>
          <p:cNvSpPr/>
          <p:nvPr/>
        </p:nvSpPr>
        <p:spPr>
          <a:xfrm rot="10800000">
            <a:off x="361275" y="42206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44"/>
          <p:cNvSpPr/>
          <p:nvPr/>
        </p:nvSpPr>
        <p:spPr>
          <a:xfrm>
            <a:off x="333025" y="144100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44"/>
          <p:cNvSpPr/>
          <p:nvPr/>
        </p:nvSpPr>
        <p:spPr>
          <a:xfrm rot="10800000">
            <a:off x="1593613" y="-33062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19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5"/>
          <p:cNvSpPr txBox="1">
            <a:spLocks noGrp="1"/>
          </p:cNvSpPr>
          <p:nvPr>
            <p:ph type="title"/>
          </p:nvPr>
        </p:nvSpPr>
        <p:spPr>
          <a:xfrm>
            <a:off x="1098938" y="1256925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38" name="Google Shape;638;p45"/>
          <p:cNvSpPr txBox="1">
            <a:spLocks noGrp="1"/>
          </p:cNvSpPr>
          <p:nvPr>
            <p:ph type="subTitle" idx="1"/>
          </p:nvPr>
        </p:nvSpPr>
        <p:spPr>
          <a:xfrm>
            <a:off x="1098938" y="1574098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39" name="Google Shape;639;p45"/>
          <p:cNvSpPr txBox="1">
            <a:spLocks noGrp="1"/>
          </p:cNvSpPr>
          <p:nvPr>
            <p:ph type="title" idx="2"/>
          </p:nvPr>
        </p:nvSpPr>
        <p:spPr>
          <a:xfrm>
            <a:off x="6001463" y="1256925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40" name="Google Shape;640;p45"/>
          <p:cNvSpPr txBox="1">
            <a:spLocks noGrp="1"/>
          </p:cNvSpPr>
          <p:nvPr>
            <p:ph type="subTitle" idx="3"/>
          </p:nvPr>
        </p:nvSpPr>
        <p:spPr>
          <a:xfrm>
            <a:off x="6001463" y="1574098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1" name="Google Shape;641;p45"/>
          <p:cNvSpPr txBox="1">
            <a:spLocks noGrp="1"/>
          </p:cNvSpPr>
          <p:nvPr>
            <p:ph type="title" idx="4"/>
          </p:nvPr>
        </p:nvSpPr>
        <p:spPr>
          <a:xfrm>
            <a:off x="1120238" y="3403200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42" name="Google Shape;642;p45"/>
          <p:cNvSpPr txBox="1">
            <a:spLocks noGrp="1"/>
          </p:cNvSpPr>
          <p:nvPr>
            <p:ph type="subTitle" idx="5"/>
          </p:nvPr>
        </p:nvSpPr>
        <p:spPr>
          <a:xfrm>
            <a:off x="1120238" y="3720373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3" name="Google Shape;643;p45"/>
          <p:cNvSpPr txBox="1">
            <a:spLocks noGrp="1"/>
          </p:cNvSpPr>
          <p:nvPr>
            <p:ph type="title" idx="6"/>
          </p:nvPr>
        </p:nvSpPr>
        <p:spPr>
          <a:xfrm>
            <a:off x="6022763" y="3403200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44" name="Google Shape;644;p45"/>
          <p:cNvSpPr txBox="1">
            <a:spLocks noGrp="1"/>
          </p:cNvSpPr>
          <p:nvPr>
            <p:ph type="subTitle" idx="7"/>
          </p:nvPr>
        </p:nvSpPr>
        <p:spPr>
          <a:xfrm>
            <a:off x="6022763" y="3720373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5" name="Google Shape;645;p45"/>
          <p:cNvSpPr txBox="1">
            <a:spLocks noGrp="1"/>
          </p:cNvSpPr>
          <p:nvPr>
            <p:ph type="title" idx="8"/>
          </p:nvPr>
        </p:nvSpPr>
        <p:spPr>
          <a:xfrm>
            <a:off x="3550200" y="2330063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46" name="Google Shape;646;p45"/>
          <p:cNvSpPr txBox="1">
            <a:spLocks noGrp="1"/>
          </p:cNvSpPr>
          <p:nvPr>
            <p:ph type="subTitle" idx="9"/>
          </p:nvPr>
        </p:nvSpPr>
        <p:spPr>
          <a:xfrm>
            <a:off x="3550200" y="2647235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7" name="Google Shape;647;p45"/>
          <p:cNvSpPr/>
          <p:nvPr/>
        </p:nvSpPr>
        <p:spPr>
          <a:xfrm rot="-1518785" flipH="1">
            <a:off x="108221" y="-13636"/>
            <a:ext cx="2228124" cy="91892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5"/>
          <p:cNvSpPr/>
          <p:nvPr/>
        </p:nvSpPr>
        <p:spPr>
          <a:xfrm rot="-1519228" flipH="1">
            <a:off x="-502377" y="-716362"/>
            <a:ext cx="3782980" cy="1428824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5"/>
          <p:cNvSpPr/>
          <p:nvPr/>
        </p:nvSpPr>
        <p:spPr>
          <a:xfrm rot="-1518617">
            <a:off x="-978642" y="-633617"/>
            <a:ext cx="4264746" cy="184380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5"/>
          <p:cNvSpPr/>
          <p:nvPr/>
        </p:nvSpPr>
        <p:spPr>
          <a:xfrm>
            <a:off x="-727683" y="4105400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5"/>
          <p:cNvSpPr/>
          <p:nvPr/>
        </p:nvSpPr>
        <p:spPr>
          <a:xfrm rot="1432117" flipH="1">
            <a:off x="-994133" y="4325918"/>
            <a:ext cx="3153951" cy="112115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45"/>
          <p:cNvSpPr/>
          <p:nvPr/>
        </p:nvSpPr>
        <p:spPr>
          <a:xfrm rot="855778">
            <a:off x="-1530463" y="4208916"/>
            <a:ext cx="3605366" cy="11947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45"/>
          <p:cNvSpPr txBox="1">
            <a:spLocks noGrp="1"/>
          </p:cNvSpPr>
          <p:nvPr>
            <p:ph type="title" idx="13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54" name="Google Shape;654;p45"/>
          <p:cNvSpPr/>
          <p:nvPr/>
        </p:nvSpPr>
        <p:spPr>
          <a:xfrm rot="5400000">
            <a:off x="2668844" y="1525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5"/>
          <p:cNvSpPr/>
          <p:nvPr/>
        </p:nvSpPr>
        <p:spPr>
          <a:xfrm rot="5400000">
            <a:off x="1006581" y="44671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5"/>
          <p:cNvSpPr/>
          <p:nvPr/>
        </p:nvSpPr>
        <p:spPr>
          <a:xfrm rot="-5400000">
            <a:off x="2012019" y="-1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45"/>
          <p:cNvSpPr/>
          <p:nvPr/>
        </p:nvSpPr>
        <p:spPr>
          <a:xfrm rot="5400000">
            <a:off x="350369" y="38324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49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4"/>
          <p:cNvSpPr/>
          <p:nvPr/>
        </p:nvSpPr>
        <p:spPr>
          <a:xfrm rot="10800000">
            <a:off x="2251306" y="-128"/>
            <a:ext cx="4462873" cy="1059925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64"/>
          <p:cNvSpPr/>
          <p:nvPr/>
        </p:nvSpPr>
        <p:spPr>
          <a:xfrm rot="10799504" flipH="1">
            <a:off x="-6750" y="531"/>
            <a:ext cx="9154265" cy="81230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64"/>
          <p:cNvSpPr/>
          <p:nvPr/>
        </p:nvSpPr>
        <p:spPr>
          <a:xfrm rot="-10799504">
            <a:off x="236" y="485"/>
            <a:ext cx="9154265" cy="865690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64"/>
          <p:cNvSpPr/>
          <p:nvPr/>
        </p:nvSpPr>
        <p:spPr>
          <a:xfrm rot="-4555973" flipH="1">
            <a:off x="4908829" y="2657012"/>
            <a:ext cx="1457076" cy="4557441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64"/>
          <p:cNvSpPr/>
          <p:nvPr/>
        </p:nvSpPr>
        <p:spPr>
          <a:xfrm rot="10800000" flipH="1">
            <a:off x="1" y="4443074"/>
            <a:ext cx="9154264" cy="836745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64"/>
          <p:cNvSpPr/>
          <p:nvPr/>
        </p:nvSpPr>
        <p:spPr>
          <a:xfrm rot="10800000" flipH="1">
            <a:off x="-6750" y="4366693"/>
            <a:ext cx="9161260" cy="91758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64"/>
          <p:cNvSpPr/>
          <p:nvPr/>
        </p:nvSpPr>
        <p:spPr>
          <a:xfrm rot="5400000">
            <a:off x="8226781" y="42534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64"/>
          <p:cNvSpPr/>
          <p:nvPr/>
        </p:nvSpPr>
        <p:spPr>
          <a:xfrm rot="5400000">
            <a:off x="2775969" y="43758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64"/>
          <p:cNvSpPr/>
          <p:nvPr/>
        </p:nvSpPr>
        <p:spPr>
          <a:xfrm rot="-5400000">
            <a:off x="6531806" y="41548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64"/>
          <p:cNvSpPr/>
          <p:nvPr/>
        </p:nvSpPr>
        <p:spPr>
          <a:xfrm rot="5400000">
            <a:off x="420981" y="39133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64"/>
          <p:cNvSpPr/>
          <p:nvPr/>
        </p:nvSpPr>
        <p:spPr>
          <a:xfrm rot="5400000">
            <a:off x="7233206" y="8166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4"/>
          <p:cNvSpPr/>
          <p:nvPr/>
        </p:nvSpPr>
        <p:spPr>
          <a:xfrm rot="5400000">
            <a:off x="5881019" y="7165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64"/>
          <p:cNvSpPr/>
          <p:nvPr/>
        </p:nvSpPr>
        <p:spPr>
          <a:xfrm rot="5400000">
            <a:off x="2521581" y="6640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0"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5"/>
          <p:cNvSpPr/>
          <p:nvPr/>
        </p:nvSpPr>
        <p:spPr>
          <a:xfrm rot="10800000" flipH="1">
            <a:off x="1206036" y="4410874"/>
            <a:ext cx="3936983" cy="732774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65"/>
          <p:cNvSpPr/>
          <p:nvPr/>
        </p:nvSpPr>
        <p:spPr>
          <a:xfrm flipH="1">
            <a:off x="3939637" y="98"/>
            <a:ext cx="5126677" cy="1295929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65"/>
          <p:cNvSpPr/>
          <p:nvPr/>
        </p:nvSpPr>
        <p:spPr>
          <a:xfrm rot="10800000">
            <a:off x="-1374513" y="4141676"/>
            <a:ext cx="5735030" cy="1001972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65"/>
          <p:cNvSpPr/>
          <p:nvPr/>
        </p:nvSpPr>
        <p:spPr>
          <a:xfrm rot="10800000" flipH="1">
            <a:off x="5013459" y="204"/>
            <a:ext cx="4130832" cy="1472837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65"/>
          <p:cNvSpPr/>
          <p:nvPr/>
        </p:nvSpPr>
        <p:spPr>
          <a:xfrm rot="10800000">
            <a:off x="5628786" y="490"/>
            <a:ext cx="3515148" cy="1472658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65"/>
          <p:cNvSpPr/>
          <p:nvPr/>
        </p:nvSpPr>
        <p:spPr>
          <a:xfrm rot="10800000" flipH="1">
            <a:off x="-77156" y="4263470"/>
            <a:ext cx="3937105" cy="880179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65"/>
          <p:cNvSpPr/>
          <p:nvPr/>
        </p:nvSpPr>
        <p:spPr>
          <a:xfrm>
            <a:off x="1958250" y="40720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65"/>
          <p:cNvSpPr/>
          <p:nvPr/>
        </p:nvSpPr>
        <p:spPr>
          <a:xfrm>
            <a:off x="285300" y="38556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65"/>
          <p:cNvSpPr/>
          <p:nvPr/>
        </p:nvSpPr>
        <p:spPr>
          <a:xfrm>
            <a:off x="4522800" y="48927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65"/>
          <p:cNvSpPr/>
          <p:nvPr/>
        </p:nvSpPr>
        <p:spPr>
          <a:xfrm rot="10800000" flipH="1">
            <a:off x="6363775" y="11325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65"/>
          <p:cNvSpPr/>
          <p:nvPr/>
        </p:nvSpPr>
        <p:spPr>
          <a:xfrm rot="10800000" flipH="1">
            <a:off x="8271400" y="134150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65"/>
          <p:cNvSpPr/>
          <p:nvPr/>
        </p:nvSpPr>
        <p:spPr>
          <a:xfrm rot="10800000" flipH="1">
            <a:off x="4360525" y="3233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51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6"/>
          <p:cNvSpPr/>
          <p:nvPr/>
        </p:nvSpPr>
        <p:spPr>
          <a:xfrm rot="-5400000" flipH="1">
            <a:off x="7050252" y="2575411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66"/>
          <p:cNvSpPr/>
          <p:nvPr/>
        </p:nvSpPr>
        <p:spPr>
          <a:xfrm rot="-5399497">
            <a:off x="6325430" y="1701197"/>
            <a:ext cx="4515337" cy="1121168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66"/>
          <p:cNvSpPr/>
          <p:nvPr/>
        </p:nvSpPr>
        <p:spPr>
          <a:xfrm rot="-5400440" flipH="1">
            <a:off x="5965428" y="1974301"/>
            <a:ext cx="5161707" cy="1194801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66"/>
          <p:cNvSpPr/>
          <p:nvPr/>
        </p:nvSpPr>
        <p:spPr>
          <a:xfrm rot="-5400000">
            <a:off x="-1791843" y="1811847"/>
            <a:ext cx="5127422" cy="1543736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66"/>
          <p:cNvSpPr/>
          <p:nvPr/>
        </p:nvSpPr>
        <p:spPr>
          <a:xfrm rot="-5400000">
            <a:off x="-1926425" y="1930649"/>
            <a:ext cx="5143202" cy="1290352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66"/>
          <p:cNvSpPr/>
          <p:nvPr/>
        </p:nvSpPr>
        <p:spPr>
          <a:xfrm rot="-5400000" flipH="1">
            <a:off x="-1877527" y="1881640"/>
            <a:ext cx="5143337" cy="138828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66"/>
          <p:cNvSpPr/>
          <p:nvPr/>
        </p:nvSpPr>
        <p:spPr>
          <a:xfrm>
            <a:off x="1104550" y="27103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66"/>
          <p:cNvSpPr/>
          <p:nvPr/>
        </p:nvSpPr>
        <p:spPr>
          <a:xfrm>
            <a:off x="1553300" y="34525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66"/>
          <p:cNvSpPr/>
          <p:nvPr/>
        </p:nvSpPr>
        <p:spPr>
          <a:xfrm>
            <a:off x="804350" y="1051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66"/>
          <p:cNvSpPr/>
          <p:nvPr/>
        </p:nvSpPr>
        <p:spPr>
          <a:xfrm>
            <a:off x="1169650" y="4168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66"/>
          <p:cNvSpPr/>
          <p:nvPr/>
        </p:nvSpPr>
        <p:spPr>
          <a:xfrm>
            <a:off x="1520738" y="7169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66"/>
          <p:cNvSpPr/>
          <p:nvPr/>
        </p:nvSpPr>
        <p:spPr>
          <a:xfrm rot="10800000" flipH="1">
            <a:off x="8332050" y="197515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66"/>
          <p:cNvSpPr/>
          <p:nvPr/>
        </p:nvSpPr>
        <p:spPr>
          <a:xfrm rot="10800000" flipH="1">
            <a:off x="7695850" y="10064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66"/>
          <p:cNvSpPr/>
          <p:nvPr/>
        </p:nvSpPr>
        <p:spPr>
          <a:xfrm rot="10800000" flipH="1">
            <a:off x="7794238" y="44920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52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7"/>
          <p:cNvSpPr/>
          <p:nvPr/>
        </p:nvSpPr>
        <p:spPr>
          <a:xfrm rot="-5911893" flipH="1">
            <a:off x="-358275" y="-757650"/>
            <a:ext cx="1679785" cy="2039064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67"/>
          <p:cNvSpPr/>
          <p:nvPr/>
        </p:nvSpPr>
        <p:spPr>
          <a:xfrm rot="-515846" flipH="1">
            <a:off x="-1764995" y="-321140"/>
            <a:ext cx="4858752" cy="98474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67"/>
          <p:cNvSpPr/>
          <p:nvPr/>
        </p:nvSpPr>
        <p:spPr>
          <a:xfrm flipH="1">
            <a:off x="-1788061" y="-312190"/>
            <a:ext cx="4906095" cy="1060078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67"/>
          <p:cNvSpPr/>
          <p:nvPr/>
        </p:nvSpPr>
        <p:spPr>
          <a:xfrm rot="4888107" flipH="1">
            <a:off x="1137128" y="4138487"/>
            <a:ext cx="1679785" cy="2039064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67"/>
          <p:cNvSpPr/>
          <p:nvPr/>
        </p:nvSpPr>
        <p:spPr>
          <a:xfrm rot="-9922098" flipH="1">
            <a:off x="-1214868" y="4347472"/>
            <a:ext cx="4858620" cy="984751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67"/>
          <p:cNvSpPr/>
          <p:nvPr/>
        </p:nvSpPr>
        <p:spPr>
          <a:xfrm rot="-10346708" flipH="1">
            <a:off x="-752392" y="4478612"/>
            <a:ext cx="4905724" cy="1060054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67"/>
          <p:cNvSpPr/>
          <p:nvPr/>
        </p:nvSpPr>
        <p:spPr>
          <a:xfrm rot="5400000">
            <a:off x="1196981" y="8440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67"/>
          <p:cNvSpPr/>
          <p:nvPr/>
        </p:nvSpPr>
        <p:spPr>
          <a:xfrm rot="5400000">
            <a:off x="1196219" y="44671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67"/>
          <p:cNvSpPr/>
          <p:nvPr/>
        </p:nvSpPr>
        <p:spPr>
          <a:xfrm rot="-5400000">
            <a:off x="540156" y="6913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67"/>
          <p:cNvSpPr/>
          <p:nvPr/>
        </p:nvSpPr>
        <p:spPr>
          <a:xfrm rot="5400000">
            <a:off x="540006" y="38324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53"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8"/>
          <p:cNvSpPr/>
          <p:nvPr/>
        </p:nvSpPr>
        <p:spPr>
          <a:xfrm rot="10800000">
            <a:off x="3937512" y="4410874"/>
            <a:ext cx="3936983" cy="732774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68"/>
          <p:cNvSpPr/>
          <p:nvPr/>
        </p:nvSpPr>
        <p:spPr>
          <a:xfrm flipH="1">
            <a:off x="3939637" y="98"/>
            <a:ext cx="5126677" cy="1295929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68"/>
          <p:cNvSpPr/>
          <p:nvPr/>
        </p:nvSpPr>
        <p:spPr>
          <a:xfrm rot="10800000" flipH="1">
            <a:off x="4720014" y="4141676"/>
            <a:ext cx="5735030" cy="1001972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68"/>
          <p:cNvSpPr/>
          <p:nvPr/>
        </p:nvSpPr>
        <p:spPr>
          <a:xfrm rot="10800000" flipH="1">
            <a:off x="5013459" y="204"/>
            <a:ext cx="4130832" cy="1472837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68"/>
          <p:cNvSpPr/>
          <p:nvPr/>
        </p:nvSpPr>
        <p:spPr>
          <a:xfrm rot="10800000">
            <a:off x="5628786" y="490"/>
            <a:ext cx="3515148" cy="1472658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68"/>
          <p:cNvSpPr/>
          <p:nvPr/>
        </p:nvSpPr>
        <p:spPr>
          <a:xfrm rot="10800000">
            <a:off x="5220582" y="4263470"/>
            <a:ext cx="3937105" cy="880179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68"/>
          <p:cNvSpPr/>
          <p:nvPr/>
        </p:nvSpPr>
        <p:spPr>
          <a:xfrm rot="5400000">
            <a:off x="6527856" y="44833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68"/>
          <p:cNvSpPr/>
          <p:nvPr/>
        </p:nvSpPr>
        <p:spPr>
          <a:xfrm rot="5400000">
            <a:off x="5530219" y="9452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68"/>
          <p:cNvSpPr/>
          <p:nvPr/>
        </p:nvSpPr>
        <p:spPr>
          <a:xfrm rot="-5400000">
            <a:off x="5871031" y="43306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68"/>
          <p:cNvSpPr/>
          <p:nvPr/>
        </p:nvSpPr>
        <p:spPr>
          <a:xfrm rot="5400000">
            <a:off x="4874006" y="3104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4" r:id="rId10"/>
    <p:sldLayoutId id="2147483666" r:id="rId11"/>
    <p:sldLayoutId id="2147483667" r:id="rId12"/>
    <p:sldLayoutId id="2147483668" r:id="rId13"/>
    <p:sldLayoutId id="2147483686" r:id="rId14"/>
    <p:sldLayoutId id="2147483690" r:id="rId15"/>
    <p:sldLayoutId id="2147483691" r:id="rId16"/>
    <p:sldLayoutId id="2147483710" r:id="rId17"/>
    <p:sldLayoutId id="2147483711" r:id="rId18"/>
    <p:sldLayoutId id="2147483712" r:id="rId19"/>
    <p:sldLayoutId id="2147483713" r:id="rId20"/>
    <p:sldLayoutId id="2147483714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jrpr.com/uploads/V4ISSUE6/IJRPR14370.pdf" TargetMode="External"/><Relationship Id="rId7" Type="http://schemas.openxmlformats.org/officeDocument/2006/relationships/hyperlink" Target="https://www.ijraset.com/research-paper/virtual-drawing-board-drawing-and-writing-using-hand-gestur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researchgate.net/publication/254222706_Real-Time_Hand_Gesture_Recognition_using_Motion_Tracking" TargetMode="External"/><Relationship Id="rId5" Type="http://schemas.openxmlformats.org/officeDocument/2006/relationships/hyperlink" Target="https://www.sciencedirect.com/science/article/pii/S1877050924007075" TargetMode="External"/><Relationship Id="rId4" Type="http://schemas.openxmlformats.org/officeDocument/2006/relationships/hyperlink" Target="https://www.naturalspublishing.com/files/published/ol8ls32o775cd8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drive.google.com/file/d/1QcR3JrCCokaMQKTF49AOz0sVRY3kwa6l/view?usp=sharin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5A2C51-ED13-0A5A-B048-8C8B70E28BAB}"/>
              </a:ext>
            </a:extLst>
          </p:cNvPr>
          <p:cNvSpPr/>
          <p:nvPr/>
        </p:nvSpPr>
        <p:spPr>
          <a:xfrm>
            <a:off x="2943434" y="58784"/>
            <a:ext cx="3203737" cy="99578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4" name="Google Shape;1034;p74"/>
          <p:cNvSpPr txBox="1">
            <a:spLocks noGrp="1"/>
          </p:cNvSpPr>
          <p:nvPr>
            <p:ph type="ctrTitle"/>
          </p:nvPr>
        </p:nvSpPr>
        <p:spPr>
          <a:xfrm>
            <a:off x="678450" y="841122"/>
            <a:ext cx="7787100" cy="29241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dirty="0"/>
              <a:t>Draw Motion:</a:t>
            </a:r>
            <a:br>
              <a:rPr lang="en" sz="3600" dirty="0"/>
            </a:br>
            <a:r>
              <a:rPr lang="en-US" sz="3600" dirty="0"/>
              <a:t>Real-Time Hand Gesture Tracking and Interactive Drawing System</a:t>
            </a:r>
            <a:endParaRPr sz="3600" dirty="0"/>
          </a:p>
        </p:txBody>
      </p:sp>
      <p:sp>
        <p:nvSpPr>
          <p:cNvPr id="1035" name="Google Shape;1035;p74"/>
          <p:cNvSpPr txBox="1">
            <a:spLocks noGrp="1"/>
          </p:cNvSpPr>
          <p:nvPr>
            <p:ph type="subTitle" idx="1"/>
          </p:nvPr>
        </p:nvSpPr>
        <p:spPr>
          <a:xfrm>
            <a:off x="2213925" y="3738970"/>
            <a:ext cx="4048800" cy="1341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 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Akshay </a:t>
            </a:r>
            <a:r>
              <a:rPr lang="en-US" dirty="0" err="1"/>
              <a:t>Gojiya</a:t>
            </a:r>
            <a:r>
              <a:rPr lang="en-US" dirty="0"/>
              <a:t>	(22IT452)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Shlok</a:t>
            </a:r>
            <a:r>
              <a:rPr lang="en-US" dirty="0"/>
              <a:t> Goswami	(22IT461)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Sai Mistry		(22IT451)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0D849F-0CFD-A6CE-82A2-473683D63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34" y="58784"/>
            <a:ext cx="1116874" cy="1116874"/>
          </a:xfrm>
          <a:prstGeom prst="rect">
            <a:avLst/>
          </a:prstGeom>
        </p:spPr>
      </p:pic>
      <p:sp>
        <p:nvSpPr>
          <p:cNvPr id="3" name="Google Shape;1035;p74">
            <a:extLst>
              <a:ext uri="{FF2B5EF4-FFF2-40B4-BE49-F238E27FC236}">
                <a16:creationId xmlns:a16="http://schemas.microsoft.com/office/drawing/2014/main" id="{28239ED3-03B2-69C2-2E3B-BE01AC7CBE8B}"/>
              </a:ext>
            </a:extLst>
          </p:cNvPr>
          <p:cNvSpPr txBox="1">
            <a:spLocks/>
          </p:cNvSpPr>
          <p:nvPr/>
        </p:nvSpPr>
        <p:spPr>
          <a:xfrm>
            <a:off x="2547600" y="58784"/>
            <a:ext cx="4048800" cy="13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b="1" dirty="0"/>
              <a:t>Birla </a:t>
            </a:r>
            <a:r>
              <a:rPr lang="en-US" b="1" dirty="0" err="1"/>
              <a:t>Vishvakarma</a:t>
            </a:r>
            <a:r>
              <a:rPr lang="en-US" b="1" dirty="0"/>
              <a:t> Mahavidyalaya</a:t>
            </a:r>
          </a:p>
          <a:p>
            <a:pPr marL="0" indent="0"/>
            <a:r>
              <a:rPr lang="en-US" b="1" dirty="0"/>
              <a:t>[ An Autonomous Institution ]</a:t>
            </a:r>
          </a:p>
          <a:p>
            <a:pPr marL="0" indent="0"/>
            <a:endParaRPr lang="en-US" b="1" dirty="0"/>
          </a:p>
          <a:p>
            <a:pPr marL="0" indent="0"/>
            <a:r>
              <a:rPr lang="en-US" sz="1200" b="1" dirty="0"/>
              <a:t>Information Technology Department</a:t>
            </a:r>
          </a:p>
          <a:p>
            <a:pPr marL="0" indent="0"/>
            <a:r>
              <a:rPr lang="en-US" sz="1200" b="1" dirty="0"/>
              <a:t>3IT31 – Mini Project</a:t>
            </a:r>
          </a:p>
        </p:txBody>
      </p:sp>
      <p:sp>
        <p:nvSpPr>
          <p:cNvPr id="5" name="Google Shape;1035;p74">
            <a:extLst>
              <a:ext uri="{FF2B5EF4-FFF2-40B4-BE49-F238E27FC236}">
                <a16:creationId xmlns:a16="http://schemas.microsoft.com/office/drawing/2014/main" id="{15169873-5EC8-E498-22D5-2883C3F2C26F}"/>
              </a:ext>
            </a:extLst>
          </p:cNvPr>
          <p:cNvSpPr txBox="1">
            <a:spLocks/>
          </p:cNvSpPr>
          <p:nvPr/>
        </p:nvSpPr>
        <p:spPr>
          <a:xfrm>
            <a:off x="5095200" y="3738970"/>
            <a:ext cx="4048800" cy="71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dirty="0"/>
              <a:t>Guide : </a:t>
            </a:r>
          </a:p>
          <a:p>
            <a:pPr marL="0" indent="0"/>
            <a:r>
              <a:rPr lang="en-US" dirty="0"/>
              <a:t>Dr. Nilesh B. Prajapati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6"/>
          <p:cNvSpPr txBox="1">
            <a:spLocks noGrp="1"/>
          </p:cNvSpPr>
          <p:nvPr>
            <p:ph type="title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47" name="Google Shape;1047;p76"/>
          <p:cNvSpPr txBox="1">
            <a:spLocks noGrp="1"/>
          </p:cNvSpPr>
          <p:nvPr>
            <p:ph type="subTitle" idx="3"/>
          </p:nvPr>
        </p:nvSpPr>
        <p:spPr>
          <a:xfrm>
            <a:off x="2934417" y="1209325"/>
            <a:ext cx="36900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055" name="Google Shape;1055;p76"/>
          <p:cNvSpPr txBox="1">
            <a:spLocks noGrp="1"/>
          </p:cNvSpPr>
          <p:nvPr>
            <p:ph type="title" idx="9"/>
          </p:nvPr>
        </p:nvSpPr>
        <p:spPr>
          <a:xfrm>
            <a:off x="2259638" y="1171113"/>
            <a:ext cx="674779" cy="4334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01</a:t>
            </a:r>
            <a:endParaRPr sz="2800" dirty="0"/>
          </a:p>
        </p:txBody>
      </p:sp>
      <p:sp>
        <p:nvSpPr>
          <p:cNvPr id="2" name="Google Shape;1047;p76">
            <a:extLst>
              <a:ext uri="{FF2B5EF4-FFF2-40B4-BE49-F238E27FC236}">
                <a16:creationId xmlns:a16="http://schemas.microsoft.com/office/drawing/2014/main" id="{2173B094-A5E6-C546-411E-B0CD7E0A24F2}"/>
              </a:ext>
            </a:extLst>
          </p:cNvPr>
          <p:cNvSpPr txBox="1">
            <a:spLocks/>
          </p:cNvSpPr>
          <p:nvPr/>
        </p:nvSpPr>
        <p:spPr>
          <a:xfrm>
            <a:off x="2934417" y="1600844"/>
            <a:ext cx="4314108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Objectives and Scope</a:t>
            </a:r>
          </a:p>
        </p:txBody>
      </p:sp>
      <p:sp>
        <p:nvSpPr>
          <p:cNvPr id="3" name="Google Shape;1055;p76">
            <a:extLst>
              <a:ext uri="{FF2B5EF4-FFF2-40B4-BE49-F238E27FC236}">
                <a16:creationId xmlns:a16="http://schemas.microsoft.com/office/drawing/2014/main" id="{59941D35-15E0-D6C9-C60C-CF14D6C19CBA}"/>
              </a:ext>
            </a:extLst>
          </p:cNvPr>
          <p:cNvSpPr txBox="1">
            <a:spLocks/>
          </p:cNvSpPr>
          <p:nvPr/>
        </p:nvSpPr>
        <p:spPr>
          <a:xfrm>
            <a:off x="2259638" y="1562632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02</a:t>
            </a:r>
          </a:p>
        </p:txBody>
      </p:sp>
      <p:sp>
        <p:nvSpPr>
          <p:cNvPr id="4" name="Google Shape;1047;p76">
            <a:extLst>
              <a:ext uri="{FF2B5EF4-FFF2-40B4-BE49-F238E27FC236}">
                <a16:creationId xmlns:a16="http://schemas.microsoft.com/office/drawing/2014/main" id="{0D625362-0108-693F-C5AA-3D0FB1EFEB91}"/>
              </a:ext>
            </a:extLst>
          </p:cNvPr>
          <p:cNvSpPr txBox="1">
            <a:spLocks/>
          </p:cNvSpPr>
          <p:nvPr/>
        </p:nvSpPr>
        <p:spPr>
          <a:xfrm>
            <a:off x="2934417" y="1992363"/>
            <a:ext cx="36900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Requirements</a:t>
            </a:r>
          </a:p>
        </p:txBody>
      </p:sp>
      <p:sp>
        <p:nvSpPr>
          <p:cNvPr id="5" name="Google Shape;1055;p76">
            <a:extLst>
              <a:ext uri="{FF2B5EF4-FFF2-40B4-BE49-F238E27FC236}">
                <a16:creationId xmlns:a16="http://schemas.microsoft.com/office/drawing/2014/main" id="{0734DA42-2D26-35EB-528A-37424542A531}"/>
              </a:ext>
            </a:extLst>
          </p:cNvPr>
          <p:cNvSpPr txBox="1">
            <a:spLocks/>
          </p:cNvSpPr>
          <p:nvPr/>
        </p:nvSpPr>
        <p:spPr>
          <a:xfrm>
            <a:off x="2259638" y="1954151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03</a:t>
            </a:r>
          </a:p>
        </p:txBody>
      </p:sp>
      <p:sp>
        <p:nvSpPr>
          <p:cNvPr id="10" name="Google Shape;1047;p76">
            <a:extLst>
              <a:ext uri="{FF2B5EF4-FFF2-40B4-BE49-F238E27FC236}">
                <a16:creationId xmlns:a16="http://schemas.microsoft.com/office/drawing/2014/main" id="{C579E8E4-75E8-8EA3-50AE-04EF84A3C891}"/>
              </a:ext>
            </a:extLst>
          </p:cNvPr>
          <p:cNvSpPr txBox="1">
            <a:spLocks/>
          </p:cNvSpPr>
          <p:nvPr/>
        </p:nvSpPr>
        <p:spPr>
          <a:xfrm>
            <a:off x="2934417" y="2383882"/>
            <a:ext cx="36900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Modules</a:t>
            </a:r>
          </a:p>
        </p:txBody>
      </p:sp>
      <p:sp>
        <p:nvSpPr>
          <p:cNvPr id="11" name="Google Shape;1055;p76">
            <a:extLst>
              <a:ext uri="{FF2B5EF4-FFF2-40B4-BE49-F238E27FC236}">
                <a16:creationId xmlns:a16="http://schemas.microsoft.com/office/drawing/2014/main" id="{59619144-B36D-0C5C-603F-C573B2C70F41}"/>
              </a:ext>
            </a:extLst>
          </p:cNvPr>
          <p:cNvSpPr txBox="1">
            <a:spLocks/>
          </p:cNvSpPr>
          <p:nvPr/>
        </p:nvSpPr>
        <p:spPr>
          <a:xfrm>
            <a:off x="2259638" y="2345670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04</a:t>
            </a:r>
          </a:p>
        </p:txBody>
      </p:sp>
      <p:sp>
        <p:nvSpPr>
          <p:cNvPr id="28" name="Google Shape;1047;p76">
            <a:extLst>
              <a:ext uri="{FF2B5EF4-FFF2-40B4-BE49-F238E27FC236}">
                <a16:creationId xmlns:a16="http://schemas.microsoft.com/office/drawing/2014/main" id="{EC45CDD9-5924-4CC4-32C4-982DE50D9BFF}"/>
              </a:ext>
            </a:extLst>
          </p:cNvPr>
          <p:cNvSpPr txBox="1">
            <a:spLocks/>
          </p:cNvSpPr>
          <p:nvPr/>
        </p:nvSpPr>
        <p:spPr>
          <a:xfrm>
            <a:off x="2934416" y="2775401"/>
            <a:ext cx="3851737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Feasibility Study</a:t>
            </a:r>
          </a:p>
        </p:txBody>
      </p:sp>
      <p:sp>
        <p:nvSpPr>
          <p:cNvPr id="29" name="Google Shape;1055;p76">
            <a:extLst>
              <a:ext uri="{FF2B5EF4-FFF2-40B4-BE49-F238E27FC236}">
                <a16:creationId xmlns:a16="http://schemas.microsoft.com/office/drawing/2014/main" id="{53B350E3-9F68-91E0-F578-E16B9BEB9188}"/>
              </a:ext>
            </a:extLst>
          </p:cNvPr>
          <p:cNvSpPr txBox="1">
            <a:spLocks/>
          </p:cNvSpPr>
          <p:nvPr/>
        </p:nvSpPr>
        <p:spPr>
          <a:xfrm>
            <a:off x="2259638" y="2737189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05</a:t>
            </a:r>
          </a:p>
        </p:txBody>
      </p:sp>
      <p:sp>
        <p:nvSpPr>
          <p:cNvPr id="30" name="Google Shape;1047;p76">
            <a:extLst>
              <a:ext uri="{FF2B5EF4-FFF2-40B4-BE49-F238E27FC236}">
                <a16:creationId xmlns:a16="http://schemas.microsoft.com/office/drawing/2014/main" id="{D9A456F8-5349-4921-10CC-49692972A796}"/>
              </a:ext>
            </a:extLst>
          </p:cNvPr>
          <p:cNvSpPr txBox="1">
            <a:spLocks/>
          </p:cNvSpPr>
          <p:nvPr/>
        </p:nvSpPr>
        <p:spPr>
          <a:xfrm>
            <a:off x="2934416" y="3166920"/>
            <a:ext cx="4314108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US" dirty="0"/>
              <a:t>Requirement gathering</a:t>
            </a:r>
            <a:endParaRPr lang="en-IN" dirty="0"/>
          </a:p>
        </p:txBody>
      </p:sp>
      <p:sp>
        <p:nvSpPr>
          <p:cNvPr id="31" name="Google Shape;1055;p76">
            <a:extLst>
              <a:ext uri="{FF2B5EF4-FFF2-40B4-BE49-F238E27FC236}">
                <a16:creationId xmlns:a16="http://schemas.microsoft.com/office/drawing/2014/main" id="{9DD5C466-5D4A-98DB-DE83-D901F9F7BD6B}"/>
              </a:ext>
            </a:extLst>
          </p:cNvPr>
          <p:cNvSpPr txBox="1">
            <a:spLocks/>
          </p:cNvSpPr>
          <p:nvPr/>
        </p:nvSpPr>
        <p:spPr>
          <a:xfrm>
            <a:off x="2259638" y="3128708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06</a:t>
            </a:r>
          </a:p>
        </p:txBody>
      </p:sp>
      <p:sp>
        <p:nvSpPr>
          <p:cNvPr id="32" name="Google Shape;1047;p76">
            <a:extLst>
              <a:ext uri="{FF2B5EF4-FFF2-40B4-BE49-F238E27FC236}">
                <a16:creationId xmlns:a16="http://schemas.microsoft.com/office/drawing/2014/main" id="{2D5A009A-7B31-4442-0624-9F897FAE5C81}"/>
              </a:ext>
            </a:extLst>
          </p:cNvPr>
          <p:cNvSpPr txBox="1">
            <a:spLocks/>
          </p:cNvSpPr>
          <p:nvPr/>
        </p:nvSpPr>
        <p:spPr>
          <a:xfrm>
            <a:off x="2934416" y="3558439"/>
            <a:ext cx="3851737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Literature Review</a:t>
            </a:r>
          </a:p>
        </p:txBody>
      </p:sp>
      <p:sp>
        <p:nvSpPr>
          <p:cNvPr id="33" name="Google Shape;1055;p76">
            <a:extLst>
              <a:ext uri="{FF2B5EF4-FFF2-40B4-BE49-F238E27FC236}">
                <a16:creationId xmlns:a16="http://schemas.microsoft.com/office/drawing/2014/main" id="{8C8DB97E-DBC3-5C9D-80B2-C5EB2D6CAD3D}"/>
              </a:ext>
            </a:extLst>
          </p:cNvPr>
          <p:cNvSpPr txBox="1">
            <a:spLocks/>
          </p:cNvSpPr>
          <p:nvPr/>
        </p:nvSpPr>
        <p:spPr>
          <a:xfrm>
            <a:off x="2259638" y="3520227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07</a:t>
            </a:r>
          </a:p>
        </p:txBody>
      </p:sp>
      <p:sp>
        <p:nvSpPr>
          <p:cNvPr id="34" name="Google Shape;1047;p76">
            <a:extLst>
              <a:ext uri="{FF2B5EF4-FFF2-40B4-BE49-F238E27FC236}">
                <a16:creationId xmlns:a16="http://schemas.microsoft.com/office/drawing/2014/main" id="{BDBB14B3-910C-5DE2-AEAC-292B3CF6981C}"/>
              </a:ext>
            </a:extLst>
          </p:cNvPr>
          <p:cNvSpPr txBox="1">
            <a:spLocks/>
          </p:cNvSpPr>
          <p:nvPr/>
        </p:nvSpPr>
        <p:spPr>
          <a:xfrm>
            <a:off x="2934416" y="3949958"/>
            <a:ext cx="3851737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Diagrams</a:t>
            </a:r>
          </a:p>
        </p:txBody>
      </p:sp>
      <p:sp>
        <p:nvSpPr>
          <p:cNvPr id="35" name="Google Shape;1055;p76">
            <a:extLst>
              <a:ext uri="{FF2B5EF4-FFF2-40B4-BE49-F238E27FC236}">
                <a16:creationId xmlns:a16="http://schemas.microsoft.com/office/drawing/2014/main" id="{E86C1E97-E4CE-4570-A664-479A55380A8F}"/>
              </a:ext>
            </a:extLst>
          </p:cNvPr>
          <p:cNvSpPr txBox="1">
            <a:spLocks/>
          </p:cNvSpPr>
          <p:nvPr/>
        </p:nvSpPr>
        <p:spPr>
          <a:xfrm>
            <a:off x="2259638" y="3911746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08</a:t>
            </a:r>
          </a:p>
        </p:txBody>
      </p:sp>
      <p:sp>
        <p:nvSpPr>
          <p:cNvPr id="6" name="Google Shape;1047;p76">
            <a:extLst>
              <a:ext uri="{FF2B5EF4-FFF2-40B4-BE49-F238E27FC236}">
                <a16:creationId xmlns:a16="http://schemas.microsoft.com/office/drawing/2014/main" id="{0BDA7EAA-4304-D8CC-2C20-075AAD122665}"/>
              </a:ext>
            </a:extLst>
          </p:cNvPr>
          <p:cNvSpPr txBox="1">
            <a:spLocks/>
          </p:cNvSpPr>
          <p:nvPr/>
        </p:nvSpPr>
        <p:spPr>
          <a:xfrm>
            <a:off x="2934416" y="4341477"/>
            <a:ext cx="3851737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Implementation</a:t>
            </a:r>
          </a:p>
        </p:txBody>
      </p:sp>
      <p:sp>
        <p:nvSpPr>
          <p:cNvPr id="7" name="Google Shape;1055;p76">
            <a:extLst>
              <a:ext uri="{FF2B5EF4-FFF2-40B4-BE49-F238E27FC236}">
                <a16:creationId xmlns:a16="http://schemas.microsoft.com/office/drawing/2014/main" id="{6557370F-3F34-AFC3-C7D3-68191211BA03}"/>
              </a:ext>
            </a:extLst>
          </p:cNvPr>
          <p:cNvSpPr txBox="1">
            <a:spLocks/>
          </p:cNvSpPr>
          <p:nvPr/>
        </p:nvSpPr>
        <p:spPr>
          <a:xfrm>
            <a:off x="2259638" y="4303265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5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DrawMotion</a:t>
            </a:r>
            <a:endParaRPr dirty="0"/>
          </a:p>
        </p:txBody>
      </p:sp>
      <p:sp>
        <p:nvSpPr>
          <p:cNvPr id="1041" name="Google Shape;1041;p75"/>
          <p:cNvSpPr txBox="1">
            <a:spLocks noGrp="1"/>
          </p:cNvSpPr>
          <p:nvPr>
            <p:ph type="body" idx="1"/>
          </p:nvPr>
        </p:nvSpPr>
        <p:spPr>
          <a:xfrm>
            <a:off x="718675" y="1028700"/>
            <a:ext cx="7706400" cy="3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600" b="1" dirty="0"/>
              <a:t>What is it?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400" dirty="0" err="1"/>
              <a:t>DrawMotion</a:t>
            </a:r>
            <a:r>
              <a:rPr lang="en-US" sz="1400" dirty="0"/>
              <a:t> is a </a:t>
            </a:r>
            <a:r>
              <a:rPr lang="en-US" sz="1400" b="1" dirty="0"/>
              <a:t>real-time hand gesture tracking and interactive drawing system</a:t>
            </a:r>
            <a:r>
              <a:rPr lang="en-US" sz="1400" dirty="0"/>
              <a:t> that enables users to draw on a virtual canvas using finger movements. 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400" dirty="0"/>
              <a:t>Unlike traditional methods that rely on external libraries like OpenCV or </a:t>
            </a:r>
            <a:r>
              <a:rPr lang="en-US" sz="1400" dirty="0" err="1"/>
              <a:t>MediaPipe</a:t>
            </a:r>
            <a:r>
              <a:rPr lang="en-US" sz="1400" dirty="0"/>
              <a:t>, this project is built entirely from scratch, using custom algorithms for </a:t>
            </a:r>
            <a:r>
              <a:rPr lang="en-US" sz="1400" b="1" dirty="0"/>
              <a:t>hand detection, tracking, and gesture recognition</a:t>
            </a:r>
            <a:r>
              <a:rPr lang="en-US" sz="1400" dirty="0"/>
              <a:t>.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400" dirty="0"/>
              <a:t>The system ensures </a:t>
            </a:r>
            <a:r>
              <a:rPr lang="en-US" sz="1400" b="1" dirty="0"/>
              <a:t>high accuracy, real-time performance, and seamless user interaction</a:t>
            </a:r>
            <a:r>
              <a:rPr lang="en-US" sz="1400" dirty="0"/>
              <a:t>, making it suitable for applications in </a:t>
            </a:r>
            <a:r>
              <a:rPr lang="en-US" sz="1400" b="1" dirty="0"/>
              <a:t>education, creative tools and AR/VR</a:t>
            </a:r>
            <a:r>
              <a:rPr lang="en-US" sz="1400" dirty="0"/>
              <a:t>. </a:t>
            </a:r>
          </a:p>
          <a:p>
            <a:pPr marL="0" lvl="0" indent="0">
              <a:spcAft>
                <a:spcPts val="1600"/>
              </a:spcAft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98"/>
          <p:cNvSpPr txBox="1">
            <a:spLocks noGrp="1"/>
          </p:cNvSpPr>
          <p:nvPr>
            <p:ph type="title"/>
          </p:nvPr>
        </p:nvSpPr>
        <p:spPr>
          <a:xfrm>
            <a:off x="2461115" y="363275"/>
            <a:ext cx="422177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 and Scope</a:t>
            </a:r>
            <a:endParaRPr dirty="0"/>
          </a:p>
        </p:txBody>
      </p:sp>
      <p:sp>
        <p:nvSpPr>
          <p:cNvPr id="1381" name="Google Shape;1381;p98"/>
          <p:cNvSpPr txBox="1">
            <a:spLocks noGrp="1"/>
          </p:cNvSpPr>
          <p:nvPr>
            <p:ph type="subTitle" idx="1"/>
          </p:nvPr>
        </p:nvSpPr>
        <p:spPr>
          <a:xfrm>
            <a:off x="788350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</a:t>
            </a:r>
            <a:endParaRPr dirty="0"/>
          </a:p>
        </p:txBody>
      </p:sp>
      <p:sp>
        <p:nvSpPr>
          <p:cNvPr id="1382" name="Google Shape;1382;p98"/>
          <p:cNvSpPr txBox="1">
            <a:spLocks noGrp="1"/>
          </p:cNvSpPr>
          <p:nvPr>
            <p:ph type="subTitle" idx="2"/>
          </p:nvPr>
        </p:nvSpPr>
        <p:spPr>
          <a:xfrm>
            <a:off x="53817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 algn="l"/>
            <a:r>
              <a:rPr lang="en-IN" dirty="0"/>
              <a:t>Custom Hand Detection &amp; Tracking</a:t>
            </a:r>
          </a:p>
          <a:p>
            <a:pPr marL="139700" lvl="0" indent="0" algn="l">
              <a:buNone/>
            </a:pPr>
            <a:endParaRPr lang="en-IN" dirty="0"/>
          </a:p>
          <a:p>
            <a:pPr lvl="0" indent="-317500" algn="l"/>
            <a:r>
              <a:rPr lang="en-IN" b="1" dirty="0"/>
              <a:t>Real-Time Performance</a:t>
            </a:r>
            <a:r>
              <a:rPr lang="en-IN" dirty="0"/>
              <a:t> (Minimal lag)</a:t>
            </a:r>
          </a:p>
          <a:p>
            <a:pPr lvl="0" indent="-317500" algn="l"/>
            <a:endParaRPr lang="en-IN" dirty="0"/>
          </a:p>
          <a:p>
            <a:pPr lvl="0" indent="-317500" algn="l"/>
            <a:r>
              <a:rPr lang="en-IN" dirty="0"/>
              <a:t>Gesture-Based Drawing</a:t>
            </a:r>
          </a:p>
          <a:p>
            <a:pPr lvl="0" indent="-317500" algn="l"/>
            <a:endParaRPr lang="en-IN" dirty="0"/>
          </a:p>
          <a:p>
            <a:pPr lvl="0" indent="-317500" algn="l"/>
            <a:r>
              <a:rPr lang="en-IN" dirty="0"/>
              <a:t>No Third-Party Libraries</a:t>
            </a:r>
            <a:endParaRPr dirty="0"/>
          </a:p>
          <a:p>
            <a:pPr lvl="0" indent="-317500" algn="l">
              <a:spcBef>
                <a:spcPts val="1000"/>
              </a:spcBef>
              <a:spcAft>
                <a:spcPts val="1000"/>
              </a:spcAft>
            </a:pPr>
            <a:r>
              <a:rPr lang="en-US" dirty="0"/>
              <a:t>Scalable for AR/VR, Accessibility</a:t>
            </a:r>
            <a:endParaRPr dirty="0"/>
          </a:p>
        </p:txBody>
      </p:sp>
      <p:sp>
        <p:nvSpPr>
          <p:cNvPr id="1383" name="Google Shape;1383;p98"/>
          <p:cNvSpPr txBox="1">
            <a:spLocks noGrp="1"/>
          </p:cNvSpPr>
          <p:nvPr>
            <p:ph type="subTitle" idx="3"/>
          </p:nvPr>
        </p:nvSpPr>
        <p:spPr>
          <a:xfrm>
            <a:off x="5158975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Scope</a:t>
            </a:r>
            <a:endParaRPr dirty="0"/>
          </a:p>
        </p:txBody>
      </p:sp>
      <p:sp>
        <p:nvSpPr>
          <p:cNvPr id="1384" name="Google Shape;1384;p98"/>
          <p:cNvSpPr txBox="1">
            <a:spLocks noGrp="1"/>
          </p:cNvSpPr>
          <p:nvPr>
            <p:ph type="subTitle" idx="4"/>
          </p:nvPr>
        </p:nvSpPr>
        <p:spPr>
          <a:xfrm>
            <a:off x="477182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 algn="l"/>
            <a:r>
              <a:rPr lang="en-IN" dirty="0"/>
              <a:t>Real-Time Gesture Tracking</a:t>
            </a:r>
            <a:endParaRPr dirty="0"/>
          </a:p>
          <a:p>
            <a:pPr lvl="0" indent="-317500" algn="l">
              <a:spcBef>
                <a:spcPts val="1000"/>
              </a:spcBef>
            </a:pPr>
            <a:r>
              <a:rPr lang="en-IN" dirty="0"/>
              <a:t>Custom Algorithm Development</a:t>
            </a:r>
          </a:p>
          <a:p>
            <a:pPr lvl="0" indent="-317500" algn="l">
              <a:spcBef>
                <a:spcPts val="1000"/>
              </a:spcBef>
            </a:pPr>
            <a:r>
              <a:rPr lang="en-IN" dirty="0"/>
              <a:t>Compatible with various devices</a:t>
            </a:r>
            <a:endParaRPr dirty="0"/>
          </a:p>
          <a:p>
            <a:pPr lvl="0" indent="-317500" algn="l">
              <a:spcBef>
                <a:spcPts val="1000"/>
              </a:spcBef>
            </a:pPr>
            <a:r>
              <a:rPr lang="en-IN" dirty="0"/>
              <a:t>Future Scalability (Multi-hand, AR/VR, etc.)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1A4F089-C679-D8F1-130D-61D476E16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98" y="617812"/>
            <a:ext cx="8071804" cy="3907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7"/>
          <p:cNvSpPr txBox="1">
            <a:spLocks noGrp="1"/>
          </p:cNvSpPr>
          <p:nvPr>
            <p:ph type="subTitle" idx="1"/>
          </p:nvPr>
        </p:nvSpPr>
        <p:spPr>
          <a:xfrm>
            <a:off x="1222335" y="1317956"/>
            <a:ext cx="2409972" cy="527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en-IN" sz="2400" dirty="0"/>
              <a:t>Video Capture</a:t>
            </a:r>
            <a:endParaRPr sz="2400" dirty="0"/>
          </a:p>
        </p:txBody>
      </p:sp>
      <p:sp>
        <p:nvSpPr>
          <p:cNvPr id="1066" name="Google Shape;1066;p77"/>
          <p:cNvSpPr txBox="1">
            <a:spLocks noGrp="1"/>
          </p:cNvSpPr>
          <p:nvPr>
            <p:ph type="subTitle" idx="3"/>
          </p:nvPr>
        </p:nvSpPr>
        <p:spPr>
          <a:xfrm>
            <a:off x="1394773" y="1760885"/>
            <a:ext cx="1604956" cy="393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Fetches live feed</a:t>
            </a:r>
            <a:endParaRPr dirty="0"/>
          </a:p>
        </p:txBody>
      </p:sp>
      <p:sp>
        <p:nvSpPr>
          <p:cNvPr id="1071" name="Google Shape;1071;p77"/>
          <p:cNvSpPr txBox="1">
            <a:spLocks noGrp="1"/>
          </p:cNvSpPr>
          <p:nvPr>
            <p:ph type="subTitle" idx="8"/>
          </p:nvPr>
        </p:nvSpPr>
        <p:spPr>
          <a:xfrm>
            <a:off x="5132881" y="1383031"/>
            <a:ext cx="360813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en-IN" sz="2400" dirty="0"/>
              <a:t>Gesture Recognition</a:t>
            </a:r>
            <a:endParaRPr sz="2400" dirty="0"/>
          </a:p>
        </p:txBody>
      </p:sp>
      <p:sp>
        <p:nvSpPr>
          <p:cNvPr id="1072" name="Google Shape;1072;p77"/>
          <p:cNvSpPr txBox="1">
            <a:spLocks noGrp="1"/>
          </p:cNvSpPr>
          <p:nvPr>
            <p:ph type="subTitle" idx="9"/>
          </p:nvPr>
        </p:nvSpPr>
        <p:spPr>
          <a:xfrm>
            <a:off x="5316590" y="1791810"/>
            <a:ext cx="3014730" cy="3564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Identifies finger movements</a:t>
            </a:r>
            <a:endParaRPr dirty="0"/>
          </a:p>
        </p:txBody>
      </p:sp>
      <p:sp>
        <p:nvSpPr>
          <p:cNvPr id="1073" name="Google Shape;1073;p77"/>
          <p:cNvSpPr txBox="1">
            <a:spLocks noGrp="1"/>
          </p:cNvSpPr>
          <p:nvPr>
            <p:ph type="subTitle" idx="13"/>
          </p:nvPr>
        </p:nvSpPr>
        <p:spPr>
          <a:xfrm>
            <a:off x="5132881" y="2293941"/>
            <a:ext cx="369952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en-IN" sz="2400" dirty="0"/>
              <a:t>UI &amp; Event Handling</a:t>
            </a:r>
            <a:endParaRPr sz="2400" dirty="0"/>
          </a:p>
        </p:txBody>
      </p:sp>
      <p:sp>
        <p:nvSpPr>
          <p:cNvPr id="1074" name="Google Shape;1074;p77"/>
          <p:cNvSpPr txBox="1">
            <a:spLocks noGrp="1"/>
          </p:cNvSpPr>
          <p:nvPr>
            <p:ph type="subTitle" idx="14"/>
          </p:nvPr>
        </p:nvSpPr>
        <p:spPr>
          <a:xfrm>
            <a:off x="5310072" y="2696558"/>
            <a:ext cx="2362200" cy="393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Manages interactions</a:t>
            </a:r>
            <a:endParaRPr dirty="0"/>
          </a:p>
        </p:txBody>
      </p:sp>
      <p:sp>
        <p:nvSpPr>
          <p:cNvPr id="1075" name="Google Shape;1075;p77"/>
          <p:cNvSpPr txBox="1">
            <a:spLocks noGrp="1"/>
          </p:cNvSpPr>
          <p:nvPr>
            <p:ph type="title" idx="15"/>
          </p:nvPr>
        </p:nvSpPr>
        <p:spPr>
          <a:xfrm>
            <a:off x="684885" y="1363591"/>
            <a:ext cx="659064" cy="4360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01</a:t>
            </a:r>
          </a:p>
        </p:txBody>
      </p:sp>
      <p:sp>
        <p:nvSpPr>
          <p:cNvPr id="1078" name="Google Shape;1078;p77"/>
          <p:cNvSpPr txBox="1">
            <a:spLocks noGrp="1"/>
          </p:cNvSpPr>
          <p:nvPr>
            <p:ph type="title" idx="18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Modules</a:t>
            </a:r>
            <a:endParaRPr sz="3200" dirty="0"/>
          </a:p>
        </p:txBody>
      </p:sp>
      <p:sp>
        <p:nvSpPr>
          <p:cNvPr id="3" name="Google Shape;1073;p77">
            <a:extLst>
              <a:ext uri="{FF2B5EF4-FFF2-40B4-BE49-F238E27FC236}">
                <a16:creationId xmlns:a16="http://schemas.microsoft.com/office/drawing/2014/main" id="{266C91B8-9B11-90F0-F35F-26C8F2398C87}"/>
              </a:ext>
            </a:extLst>
          </p:cNvPr>
          <p:cNvSpPr txBox="1">
            <a:spLocks/>
          </p:cNvSpPr>
          <p:nvPr/>
        </p:nvSpPr>
        <p:spPr>
          <a:xfrm>
            <a:off x="5132881" y="3235751"/>
            <a:ext cx="4215198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>
              <a:spcAft>
                <a:spcPts val="1600"/>
              </a:spcAft>
            </a:pPr>
            <a:r>
              <a:rPr lang="en-IN" sz="2400" dirty="0"/>
              <a:t>Custom Algorithm Module</a:t>
            </a:r>
          </a:p>
        </p:txBody>
      </p:sp>
      <p:sp>
        <p:nvSpPr>
          <p:cNvPr id="4" name="Google Shape;1074;p77">
            <a:extLst>
              <a:ext uri="{FF2B5EF4-FFF2-40B4-BE49-F238E27FC236}">
                <a16:creationId xmlns:a16="http://schemas.microsoft.com/office/drawing/2014/main" id="{95AF5C75-C732-592A-9FA7-2BA9E3CCBA0F}"/>
              </a:ext>
            </a:extLst>
          </p:cNvPr>
          <p:cNvSpPr txBox="1">
            <a:spLocks/>
          </p:cNvSpPr>
          <p:nvPr/>
        </p:nvSpPr>
        <p:spPr>
          <a:xfrm>
            <a:off x="5323118" y="3694597"/>
            <a:ext cx="3150054" cy="59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en-IN" dirty="0"/>
              <a:t>Implements ML-based gesture </a:t>
            </a:r>
          </a:p>
          <a:p>
            <a:pPr marL="0" indent="0" algn="l"/>
            <a:r>
              <a:rPr lang="en-IN" dirty="0"/>
              <a:t>classification.</a:t>
            </a:r>
          </a:p>
        </p:txBody>
      </p:sp>
      <p:sp>
        <p:nvSpPr>
          <p:cNvPr id="5" name="Google Shape;1065;p77">
            <a:extLst>
              <a:ext uri="{FF2B5EF4-FFF2-40B4-BE49-F238E27FC236}">
                <a16:creationId xmlns:a16="http://schemas.microsoft.com/office/drawing/2014/main" id="{B906023E-4681-37C7-5AC0-9240FC894BD8}"/>
              </a:ext>
            </a:extLst>
          </p:cNvPr>
          <p:cNvSpPr txBox="1">
            <a:spLocks/>
          </p:cNvSpPr>
          <p:nvPr/>
        </p:nvSpPr>
        <p:spPr>
          <a:xfrm>
            <a:off x="1222335" y="2242601"/>
            <a:ext cx="2409972" cy="527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>
              <a:spcAft>
                <a:spcPts val="1600"/>
              </a:spcAft>
            </a:pPr>
            <a:r>
              <a:rPr lang="en-IN" sz="2400" dirty="0"/>
              <a:t>Hand Tracking</a:t>
            </a:r>
          </a:p>
        </p:txBody>
      </p:sp>
      <p:sp>
        <p:nvSpPr>
          <p:cNvPr id="6" name="Google Shape;1066;p77">
            <a:extLst>
              <a:ext uri="{FF2B5EF4-FFF2-40B4-BE49-F238E27FC236}">
                <a16:creationId xmlns:a16="http://schemas.microsoft.com/office/drawing/2014/main" id="{B4D3AC61-04C5-9DD5-19FF-CF089CC522C5}"/>
              </a:ext>
            </a:extLst>
          </p:cNvPr>
          <p:cNvSpPr txBox="1">
            <a:spLocks/>
          </p:cNvSpPr>
          <p:nvPr/>
        </p:nvSpPr>
        <p:spPr>
          <a:xfrm>
            <a:off x="1394773" y="2691141"/>
            <a:ext cx="2237534" cy="39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en-IN" dirty="0"/>
              <a:t>Detects hand positions</a:t>
            </a:r>
          </a:p>
        </p:txBody>
      </p:sp>
      <p:sp>
        <p:nvSpPr>
          <p:cNvPr id="7" name="Google Shape;1075;p77">
            <a:extLst>
              <a:ext uri="{FF2B5EF4-FFF2-40B4-BE49-F238E27FC236}">
                <a16:creationId xmlns:a16="http://schemas.microsoft.com/office/drawing/2014/main" id="{A4E7A126-3395-1CDB-42A7-CCEE383FEEC5}"/>
              </a:ext>
            </a:extLst>
          </p:cNvPr>
          <p:cNvSpPr txBox="1">
            <a:spLocks/>
          </p:cNvSpPr>
          <p:nvPr/>
        </p:nvSpPr>
        <p:spPr>
          <a:xfrm>
            <a:off x="684885" y="2288236"/>
            <a:ext cx="659064" cy="436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" sz="2800" dirty="0"/>
              <a:t>02</a:t>
            </a:r>
          </a:p>
        </p:txBody>
      </p:sp>
      <p:sp>
        <p:nvSpPr>
          <p:cNvPr id="10" name="Google Shape;1065;p77">
            <a:extLst>
              <a:ext uri="{FF2B5EF4-FFF2-40B4-BE49-F238E27FC236}">
                <a16:creationId xmlns:a16="http://schemas.microsoft.com/office/drawing/2014/main" id="{B4B17885-03CD-9EF3-984F-7D0EF6614DC2}"/>
              </a:ext>
            </a:extLst>
          </p:cNvPr>
          <p:cNvSpPr txBox="1">
            <a:spLocks/>
          </p:cNvSpPr>
          <p:nvPr/>
        </p:nvSpPr>
        <p:spPr>
          <a:xfrm>
            <a:off x="1218984" y="3167246"/>
            <a:ext cx="2755138" cy="527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>
              <a:spcAft>
                <a:spcPts val="1600"/>
              </a:spcAft>
            </a:pPr>
            <a:r>
              <a:rPr lang="en-IN" sz="2400" dirty="0"/>
              <a:t>Drawing Module</a:t>
            </a:r>
          </a:p>
        </p:txBody>
      </p:sp>
      <p:sp>
        <p:nvSpPr>
          <p:cNvPr id="11" name="Google Shape;1066;p77">
            <a:extLst>
              <a:ext uri="{FF2B5EF4-FFF2-40B4-BE49-F238E27FC236}">
                <a16:creationId xmlns:a16="http://schemas.microsoft.com/office/drawing/2014/main" id="{FBFA03C4-AB40-DA8A-5C97-B854806905E4}"/>
              </a:ext>
            </a:extLst>
          </p:cNvPr>
          <p:cNvSpPr txBox="1">
            <a:spLocks/>
          </p:cNvSpPr>
          <p:nvPr/>
        </p:nvSpPr>
        <p:spPr>
          <a:xfrm>
            <a:off x="1391421" y="3615786"/>
            <a:ext cx="2902063" cy="39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l"/>
            <a:r>
              <a:rPr lang="en-IN" dirty="0"/>
              <a:t>Converts gestures into drawing</a:t>
            </a:r>
          </a:p>
        </p:txBody>
      </p:sp>
      <p:sp>
        <p:nvSpPr>
          <p:cNvPr id="12" name="Google Shape;1075;p77">
            <a:extLst>
              <a:ext uri="{FF2B5EF4-FFF2-40B4-BE49-F238E27FC236}">
                <a16:creationId xmlns:a16="http://schemas.microsoft.com/office/drawing/2014/main" id="{7EE3B8C8-8983-5947-9D5A-186091C7082C}"/>
              </a:ext>
            </a:extLst>
          </p:cNvPr>
          <p:cNvSpPr txBox="1">
            <a:spLocks/>
          </p:cNvSpPr>
          <p:nvPr/>
        </p:nvSpPr>
        <p:spPr>
          <a:xfrm>
            <a:off x="681534" y="3212881"/>
            <a:ext cx="659064" cy="436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" sz="2800" dirty="0"/>
              <a:t>03</a:t>
            </a:r>
          </a:p>
        </p:txBody>
      </p:sp>
      <p:sp>
        <p:nvSpPr>
          <p:cNvPr id="27" name="Google Shape;1075;p77">
            <a:extLst>
              <a:ext uri="{FF2B5EF4-FFF2-40B4-BE49-F238E27FC236}">
                <a16:creationId xmlns:a16="http://schemas.microsoft.com/office/drawing/2014/main" id="{6227FE83-32C0-1E65-B575-5C2DEAC1563A}"/>
              </a:ext>
            </a:extLst>
          </p:cNvPr>
          <p:cNvSpPr txBox="1">
            <a:spLocks/>
          </p:cNvSpPr>
          <p:nvPr/>
        </p:nvSpPr>
        <p:spPr>
          <a:xfrm>
            <a:off x="4577460" y="3298197"/>
            <a:ext cx="659064" cy="436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" sz="2800" dirty="0"/>
              <a:t>06</a:t>
            </a:r>
          </a:p>
        </p:txBody>
      </p:sp>
      <p:sp>
        <p:nvSpPr>
          <p:cNvPr id="28" name="Google Shape;1075;p77">
            <a:extLst>
              <a:ext uri="{FF2B5EF4-FFF2-40B4-BE49-F238E27FC236}">
                <a16:creationId xmlns:a16="http://schemas.microsoft.com/office/drawing/2014/main" id="{89CA4304-EE12-6FC0-6449-85BF30102F45}"/>
              </a:ext>
            </a:extLst>
          </p:cNvPr>
          <p:cNvSpPr txBox="1">
            <a:spLocks/>
          </p:cNvSpPr>
          <p:nvPr/>
        </p:nvSpPr>
        <p:spPr>
          <a:xfrm>
            <a:off x="4576403" y="2333871"/>
            <a:ext cx="659064" cy="436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" sz="2800" dirty="0"/>
              <a:t>05</a:t>
            </a:r>
          </a:p>
        </p:txBody>
      </p:sp>
      <p:sp>
        <p:nvSpPr>
          <p:cNvPr id="29" name="Google Shape;1075;p77">
            <a:extLst>
              <a:ext uri="{FF2B5EF4-FFF2-40B4-BE49-F238E27FC236}">
                <a16:creationId xmlns:a16="http://schemas.microsoft.com/office/drawing/2014/main" id="{E03988BD-C265-6BE3-B175-82661A2C13E4}"/>
              </a:ext>
            </a:extLst>
          </p:cNvPr>
          <p:cNvSpPr txBox="1">
            <a:spLocks/>
          </p:cNvSpPr>
          <p:nvPr/>
        </p:nvSpPr>
        <p:spPr>
          <a:xfrm>
            <a:off x="4576403" y="1415503"/>
            <a:ext cx="659064" cy="436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" sz="2800" dirty="0"/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120"/>
          <p:cNvSpPr txBox="1">
            <a:spLocks noGrp="1"/>
          </p:cNvSpPr>
          <p:nvPr>
            <p:ph type="subTitle" idx="1"/>
          </p:nvPr>
        </p:nvSpPr>
        <p:spPr>
          <a:xfrm>
            <a:off x="1305971" y="2504472"/>
            <a:ext cx="4260521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/>
            <a:r>
              <a:rPr lang="en-IN" dirty="0"/>
              <a:t>Operational Feasibility</a:t>
            </a:r>
            <a:endParaRPr dirty="0"/>
          </a:p>
        </p:txBody>
      </p:sp>
      <p:sp>
        <p:nvSpPr>
          <p:cNvPr id="1901" name="Google Shape;1901;p120"/>
          <p:cNvSpPr txBox="1">
            <a:spLocks noGrp="1"/>
          </p:cNvSpPr>
          <p:nvPr>
            <p:ph type="subTitle" idx="2"/>
          </p:nvPr>
        </p:nvSpPr>
        <p:spPr>
          <a:xfrm>
            <a:off x="1822126" y="2861472"/>
            <a:ext cx="3826949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Ease of Use, User Training</a:t>
            </a:r>
            <a:endParaRPr dirty="0"/>
          </a:p>
        </p:txBody>
      </p:sp>
      <p:sp>
        <p:nvSpPr>
          <p:cNvPr id="1902" name="Google Shape;1902;p120"/>
          <p:cNvSpPr txBox="1">
            <a:spLocks noGrp="1"/>
          </p:cNvSpPr>
          <p:nvPr>
            <p:ph type="subTitle" idx="3"/>
          </p:nvPr>
        </p:nvSpPr>
        <p:spPr>
          <a:xfrm>
            <a:off x="1305971" y="1426122"/>
            <a:ext cx="3846705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/>
            <a:r>
              <a:rPr lang="en-IN" dirty="0"/>
              <a:t>Technical Feasibility</a:t>
            </a:r>
            <a:endParaRPr dirty="0"/>
          </a:p>
        </p:txBody>
      </p:sp>
      <p:sp>
        <p:nvSpPr>
          <p:cNvPr id="1903" name="Google Shape;1903;p120"/>
          <p:cNvSpPr txBox="1">
            <a:spLocks noGrp="1"/>
          </p:cNvSpPr>
          <p:nvPr>
            <p:ph type="subTitle" idx="4"/>
          </p:nvPr>
        </p:nvSpPr>
        <p:spPr>
          <a:xfrm>
            <a:off x="1822126" y="1783122"/>
            <a:ext cx="4361257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Technology Availability, Accuracy and Reliability</a:t>
            </a:r>
            <a:endParaRPr dirty="0"/>
          </a:p>
        </p:txBody>
      </p:sp>
      <p:sp>
        <p:nvSpPr>
          <p:cNvPr id="1908" name="Google Shape;1908;p120"/>
          <p:cNvSpPr txBox="1">
            <a:spLocks noGrp="1"/>
          </p:cNvSpPr>
          <p:nvPr>
            <p:ph type="subTitle" idx="9"/>
          </p:nvPr>
        </p:nvSpPr>
        <p:spPr>
          <a:xfrm>
            <a:off x="1305971" y="3582822"/>
            <a:ext cx="4133707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/>
            <a:r>
              <a:rPr lang="en-IN" dirty="0"/>
              <a:t>Economic Feasibility</a:t>
            </a:r>
            <a:endParaRPr dirty="0"/>
          </a:p>
        </p:txBody>
      </p:sp>
      <p:sp>
        <p:nvSpPr>
          <p:cNvPr id="1909" name="Google Shape;1909;p120"/>
          <p:cNvSpPr txBox="1">
            <a:spLocks noGrp="1"/>
          </p:cNvSpPr>
          <p:nvPr>
            <p:ph type="subTitle" idx="13"/>
          </p:nvPr>
        </p:nvSpPr>
        <p:spPr>
          <a:xfrm>
            <a:off x="1822126" y="3939821"/>
            <a:ext cx="3826949" cy="7732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Development Cost, Maintenance Cost, Market Potential</a:t>
            </a:r>
            <a:endParaRPr dirty="0"/>
          </a:p>
        </p:txBody>
      </p:sp>
      <p:sp>
        <p:nvSpPr>
          <p:cNvPr id="1912" name="Google Shape;1912;p120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Josefin Sans"/>
                <a:ea typeface="Josefin Sans"/>
                <a:cs typeface="Josefin Sans"/>
                <a:sym typeface="Josefin Sans"/>
              </a:rPr>
              <a:t>Feasibility Study</a:t>
            </a:r>
            <a:endParaRPr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121"/>
          <p:cNvSpPr txBox="1">
            <a:spLocks noGrp="1"/>
          </p:cNvSpPr>
          <p:nvPr>
            <p:ph type="title"/>
          </p:nvPr>
        </p:nvSpPr>
        <p:spPr>
          <a:xfrm>
            <a:off x="1136494" y="120368"/>
            <a:ext cx="6871012" cy="629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400" dirty="0"/>
              <a:t>PROJECT REQUIREMENT GATHERING</a:t>
            </a:r>
          </a:p>
        </p:txBody>
      </p:sp>
      <p:graphicFrame>
        <p:nvGraphicFramePr>
          <p:cNvPr id="1918" name="Google Shape;1918;p121"/>
          <p:cNvGraphicFramePr/>
          <p:nvPr>
            <p:extLst>
              <p:ext uri="{D42A27DB-BD31-4B8C-83A1-F6EECF244321}">
                <p14:modId xmlns:p14="http://schemas.microsoft.com/office/powerpoint/2010/main" val="722153105"/>
              </p:ext>
            </p:extLst>
          </p:nvPr>
        </p:nvGraphicFramePr>
        <p:xfrm>
          <a:off x="1136494" y="1854919"/>
          <a:ext cx="6871012" cy="2896070"/>
        </p:xfrm>
        <a:graphic>
          <a:graphicData uri="http://schemas.openxmlformats.org/drawingml/2006/table">
            <a:tbl>
              <a:tblPr>
                <a:noFill/>
                <a:tableStyleId>{7773A065-E06D-4046-9655-6FFDFCCC0CE4}</a:tableStyleId>
              </a:tblPr>
              <a:tblGrid>
                <a:gridCol w="27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solidFill>
                            <a:schemeClr val="dk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Feature</a:t>
                      </a:r>
                      <a:endParaRPr sz="1400" dirty="0">
                        <a:solidFill>
                          <a:schemeClr val="dk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 err="1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MediaPipe</a:t>
                      </a:r>
                      <a:r>
                        <a:rPr lang="en-IN" sz="1400" b="1" dirty="0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/OpenCV-Based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Systems</a:t>
                      </a:r>
                      <a:endParaRPr sz="1400" b="1" dirty="0">
                        <a:solidFill>
                          <a:schemeClr val="dk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 err="1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DrawMotion</a:t>
                      </a:r>
                      <a:r>
                        <a:rPr lang="en-IN" sz="1400" b="1" dirty="0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 (</a:t>
                      </a:r>
                      <a:r>
                        <a:rPr lang="en-IN" sz="1400" b="1" dirty="0" err="1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CustomBuilt</a:t>
                      </a:r>
                      <a:r>
                        <a:rPr lang="en-IN" sz="1400" b="1" dirty="0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solidFill>
                            <a:schemeClr val="lt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Dependency on Libraries</a:t>
                      </a:r>
                      <a:endParaRPr sz="1200" b="1" dirty="0">
                        <a:solidFill>
                          <a:schemeClr val="lt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High</a:t>
                      </a:r>
                      <a:endParaRPr sz="105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1A4568"/>
                          </a:solidFill>
                          <a:effectLst/>
                          <a:uLnTx/>
                          <a:uFillTx/>
                          <a:latin typeface="Josefin Sans"/>
                          <a:cs typeface="Arial"/>
                          <a:sym typeface="Josefin Sans"/>
                        </a:rPr>
                        <a:t>None</a:t>
                      </a:r>
                      <a:endParaRPr kumimoji="0" lang="en-IN" sz="10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A4568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solidFill>
                            <a:schemeClr val="lt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Algorithm Control</a:t>
                      </a:r>
                      <a:endParaRPr sz="1200" b="1" dirty="0">
                        <a:solidFill>
                          <a:schemeClr val="lt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Limited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sym typeface="Josefin Sans"/>
                        </a:rPr>
                        <a:t>Full Control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solidFill>
                            <a:schemeClr val="lt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Scalability</a:t>
                      </a:r>
                      <a:endParaRPr sz="1200" b="1" dirty="0">
                        <a:solidFill>
                          <a:schemeClr val="lt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Medium</a:t>
                      </a:r>
                      <a:endParaRPr sz="12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High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solidFill>
                            <a:schemeClr val="lt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Customization of Features</a:t>
                      </a:r>
                      <a:endParaRPr sz="1200" b="1" dirty="0">
                        <a:solidFill>
                          <a:schemeClr val="lt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Limited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Fully customizable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4BEA373-1AA0-E91A-C057-B452E11B6CFE}"/>
              </a:ext>
            </a:extLst>
          </p:cNvPr>
          <p:cNvSpPr txBox="1"/>
          <p:nvPr/>
        </p:nvSpPr>
        <p:spPr>
          <a:xfrm>
            <a:off x="1136494" y="870120"/>
            <a:ext cx="5839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Josefin Sans" pitchFamily="2" charset="0"/>
                <a:ea typeface="Poppins Bold"/>
                <a:cs typeface="Poppins Bold"/>
                <a:sym typeface="Poppins Bold"/>
              </a:rPr>
              <a:t>Techniques : </a:t>
            </a:r>
            <a:r>
              <a:rPr lang="en-US" sz="1400" dirty="0">
                <a:solidFill>
                  <a:schemeClr val="tx1"/>
                </a:solidFill>
                <a:latin typeface="Josefin Sans" pitchFamily="2" charset="0"/>
                <a:ea typeface="Poppins Bold"/>
                <a:cs typeface="Poppins Bold"/>
                <a:sym typeface="Poppins Bold"/>
              </a:rPr>
              <a:t>Research and Literature Review</a:t>
            </a:r>
            <a:r>
              <a:rPr lang="en-US" sz="1400" dirty="0">
                <a:solidFill>
                  <a:schemeClr val="tx1"/>
                </a:solidFill>
                <a:latin typeface="Josefin Sans" pitchFamily="2" charset="0"/>
                <a:ea typeface="Poppins"/>
                <a:cs typeface="Poppins"/>
                <a:sym typeface="Poppins"/>
              </a:rPr>
              <a:t>, surveys, Prototyping.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532C5-1D93-1D5B-7D58-94A9B64139D7}"/>
              </a:ext>
            </a:extLst>
          </p:cNvPr>
          <p:cNvSpPr txBox="1"/>
          <p:nvPr/>
        </p:nvSpPr>
        <p:spPr>
          <a:xfrm>
            <a:off x="1136494" y="1362519"/>
            <a:ext cx="4467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solidFill>
                  <a:schemeClr val="tx1"/>
                </a:solidFill>
                <a:latin typeface="Josefin Sans" pitchFamily="2" charset="0"/>
                <a:ea typeface="Poppins"/>
                <a:cs typeface="Poppins"/>
                <a:sym typeface="Poppins"/>
              </a:rPr>
              <a:t>Comparison 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05"/>
          <p:cNvSpPr txBox="1">
            <a:spLocks noGrp="1"/>
          </p:cNvSpPr>
          <p:nvPr>
            <p:ph type="title"/>
          </p:nvPr>
        </p:nvSpPr>
        <p:spPr>
          <a:xfrm>
            <a:off x="666813" y="1177795"/>
            <a:ext cx="4792889" cy="3717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Hand Gesture Recognition Using Deep Learning</a:t>
            </a:r>
            <a:endParaRPr sz="1400" dirty="0"/>
          </a:p>
        </p:txBody>
      </p:sp>
      <p:sp>
        <p:nvSpPr>
          <p:cNvPr id="1567" name="Google Shape;1567;p105"/>
          <p:cNvSpPr txBox="1">
            <a:spLocks noGrp="1"/>
          </p:cNvSpPr>
          <p:nvPr>
            <p:ph type="title" idx="2"/>
          </p:nvPr>
        </p:nvSpPr>
        <p:spPr>
          <a:xfrm>
            <a:off x="666813" y="1739241"/>
            <a:ext cx="7810374" cy="3717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Real-Time Hand Tracking and Gesture Recognition for Human-Computer Interaction</a:t>
            </a:r>
            <a:endParaRPr sz="1400" dirty="0"/>
          </a:p>
        </p:txBody>
      </p:sp>
      <p:sp>
        <p:nvSpPr>
          <p:cNvPr id="1569" name="Google Shape;1569;p105"/>
          <p:cNvSpPr txBox="1">
            <a:spLocks noGrp="1"/>
          </p:cNvSpPr>
          <p:nvPr>
            <p:ph type="title" idx="4"/>
          </p:nvPr>
        </p:nvSpPr>
        <p:spPr>
          <a:xfrm>
            <a:off x="666813" y="2917583"/>
            <a:ext cx="6348037" cy="4272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hlinkClick r:id="rId5"/>
              </a:rPr>
              <a:t>Vision-Based Hand Gesture Recognition for Assistive Technologies</a:t>
            </a:r>
            <a:endParaRPr sz="1400" dirty="0"/>
          </a:p>
        </p:txBody>
      </p:sp>
      <p:sp>
        <p:nvSpPr>
          <p:cNvPr id="1571" name="Google Shape;1571;p105"/>
          <p:cNvSpPr txBox="1">
            <a:spLocks noGrp="1"/>
          </p:cNvSpPr>
          <p:nvPr>
            <p:ph type="title" idx="6"/>
          </p:nvPr>
        </p:nvSpPr>
        <p:spPr>
          <a:xfrm>
            <a:off x="666813" y="3534479"/>
            <a:ext cx="6254594" cy="3717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Real-Time Hand Gesture Recognition using Motion Tracking</a:t>
            </a:r>
            <a:endParaRPr lang="en-US" sz="1400" dirty="0"/>
          </a:p>
        </p:txBody>
      </p:sp>
      <p:sp>
        <p:nvSpPr>
          <p:cNvPr id="1573" name="Google Shape;1573;p105"/>
          <p:cNvSpPr txBox="1">
            <a:spLocks noGrp="1"/>
          </p:cNvSpPr>
          <p:nvPr>
            <p:ph type="title" idx="8"/>
          </p:nvPr>
        </p:nvSpPr>
        <p:spPr>
          <a:xfrm>
            <a:off x="666813" y="2300687"/>
            <a:ext cx="5533753" cy="4272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hlinkClick r:id="rId7"/>
              </a:rPr>
              <a:t>Interactive Drawing Systems Using Hand Gestures</a:t>
            </a:r>
            <a:endParaRPr sz="1400" dirty="0"/>
          </a:p>
        </p:txBody>
      </p:sp>
      <p:sp>
        <p:nvSpPr>
          <p:cNvPr id="1575" name="Google Shape;1575;p105"/>
          <p:cNvSpPr txBox="1">
            <a:spLocks noGrp="1"/>
          </p:cNvSpPr>
          <p:nvPr>
            <p:ph type="title" idx="13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Josefin Sans"/>
                <a:ea typeface="Josefin Sans"/>
                <a:cs typeface="Josefin Sans"/>
                <a:sym typeface="Josefin Sans"/>
              </a:rPr>
              <a:t>Literature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96"/>
          <p:cNvSpPr txBox="1">
            <a:spLocks noGrp="1"/>
          </p:cNvSpPr>
          <p:nvPr>
            <p:ph type="title"/>
          </p:nvPr>
        </p:nvSpPr>
        <p:spPr>
          <a:xfrm>
            <a:off x="2129100" y="363275"/>
            <a:ext cx="48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 Case Diagram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DC3AB5-88B1-4587-BB61-D28B5E133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215" y="1113357"/>
            <a:ext cx="1916639" cy="3445581"/>
          </a:xfrm>
          <a:prstGeom prst="rect">
            <a:avLst/>
          </a:prstGeom>
        </p:spPr>
      </p:pic>
      <p:sp>
        <p:nvSpPr>
          <p:cNvPr id="2" name="Google Shape;1035;p74">
            <a:extLst>
              <a:ext uri="{FF2B5EF4-FFF2-40B4-BE49-F238E27FC236}">
                <a16:creationId xmlns:a16="http://schemas.microsoft.com/office/drawing/2014/main" id="{69A567F8-F054-9B75-BFA8-5F1BEA5D1438}"/>
              </a:ext>
            </a:extLst>
          </p:cNvPr>
          <p:cNvSpPr txBox="1">
            <a:spLocks/>
          </p:cNvSpPr>
          <p:nvPr/>
        </p:nvSpPr>
        <p:spPr>
          <a:xfrm>
            <a:off x="901337" y="4736320"/>
            <a:ext cx="7341326" cy="40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b="1" dirty="0"/>
              <a:t>SRS Link : </a:t>
            </a:r>
            <a:r>
              <a:rPr lang="en-US" b="1" dirty="0">
                <a:hlinkClick r:id="rId4"/>
              </a:rPr>
              <a:t>Drive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89"/>
          <p:cNvSpPr txBox="1">
            <a:spLocks noGrp="1"/>
          </p:cNvSpPr>
          <p:nvPr>
            <p:ph type="title"/>
          </p:nvPr>
        </p:nvSpPr>
        <p:spPr>
          <a:xfrm>
            <a:off x="2143124" y="163250"/>
            <a:ext cx="4857750" cy="798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4000" dirty="0">
                <a:solidFill>
                  <a:srgbClr val="1A4568"/>
                </a:solidFill>
                <a:latin typeface="Josefin Sans"/>
                <a:sym typeface="Josefin Sans"/>
              </a:rPr>
              <a:t>Sequence Diagram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17FBC3-E0CD-43FB-616C-201409B47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135" y="1071564"/>
            <a:ext cx="3433729" cy="39957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92"/>
          <p:cNvSpPr txBox="1">
            <a:spLocks noGrp="1"/>
          </p:cNvSpPr>
          <p:nvPr>
            <p:ph type="title"/>
          </p:nvPr>
        </p:nvSpPr>
        <p:spPr>
          <a:xfrm>
            <a:off x="2142050" y="133338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Class Diagram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2625F8-84D5-A727-9FA4-BA38B0DB3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245" y="1515110"/>
            <a:ext cx="5731510" cy="28943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8"/>
          <p:cNvSpPr txBox="1">
            <a:spLocks noGrp="1"/>
          </p:cNvSpPr>
          <p:nvPr>
            <p:ph type="title"/>
          </p:nvPr>
        </p:nvSpPr>
        <p:spPr>
          <a:xfrm>
            <a:off x="2222592" y="281035"/>
            <a:ext cx="4698816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Timeline Chart</a:t>
            </a:r>
            <a:endParaRPr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608F1E-7BCA-2872-9B35-6FE17AC42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00" y="1430871"/>
            <a:ext cx="7495200" cy="22817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4575C4F-AF48-5AAF-0C8E-A549E330B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122" y="1174432"/>
            <a:ext cx="6673756" cy="2794635"/>
          </a:xfrm>
          <a:prstGeom prst="rect">
            <a:avLst/>
          </a:prstGeom>
        </p:spPr>
      </p:pic>
      <p:sp>
        <p:nvSpPr>
          <p:cNvPr id="15" name="Google Shape;1271;p92">
            <a:extLst>
              <a:ext uri="{FF2B5EF4-FFF2-40B4-BE49-F238E27FC236}">
                <a16:creationId xmlns:a16="http://schemas.microsoft.com/office/drawing/2014/main" id="{B41F25EE-CC37-2BD7-CBB9-CE87D19AA9C6}"/>
              </a:ext>
            </a:extLst>
          </p:cNvPr>
          <p:cNvSpPr txBox="1">
            <a:spLocks/>
          </p:cNvSpPr>
          <p:nvPr/>
        </p:nvSpPr>
        <p:spPr>
          <a:xfrm>
            <a:off x="2142000" y="232398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solidFill>
                  <a:schemeClr val="tx1"/>
                </a:solidFill>
                <a:latin typeface="Josefin Sans" pitchFamily="2" charset="0"/>
              </a:rPr>
              <a:t>Implementation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DF7705E-8799-0811-8A18-79EA71C30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556861"/>
            <a:ext cx="6995160" cy="2765275"/>
          </a:xfrm>
          <a:prstGeom prst="rect">
            <a:avLst/>
          </a:prstGeom>
        </p:spPr>
      </p:pic>
      <p:sp>
        <p:nvSpPr>
          <p:cNvPr id="4" name="Google Shape;1271;p92">
            <a:extLst>
              <a:ext uri="{FF2B5EF4-FFF2-40B4-BE49-F238E27FC236}">
                <a16:creationId xmlns:a16="http://schemas.microsoft.com/office/drawing/2014/main" id="{4CD4295A-A2BD-14FC-38C9-1FCE0A71C7CC}"/>
              </a:ext>
            </a:extLst>
          </p:cNvPr>
          <p:cNvSpPr txBox="1">
            <a:spLocks/>
          </p:cNvSpPr>
          <p:nvPr/>
        </p:nvSpPr>
        <p:spPr>
          <a:xfrm>
            <a:off x="2142000" y="232398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solidFill>
                  <a:schemeClr val="tx1"/>
                </a:solidFill>
                <a:latin typeface="Josefin Sans" pitchFamily="2" charset="0"/>
              </a:rPr>
              <a:t>Implementation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9">
          <a:extLst>
            <a:ext uri="{FF2B5EF4-FFF2-40B4-BE49-F238E27FC236}">
              <a16:creationId xmlns:a16="http://schemas.microsoft.com/office/drawing/2014/main" id="{3FE1E431-44DF-EE89-34F0-AA7B6819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271;p92">
            <a:extLst>
              <a:ext uri="{FF2B5EF4-FFF2-40B4-BE49-F238E27FC236}">
                <a16:creationId xmlns:a16="http://schemas.microsoft.com/office/drawing/2014/main" id="{55E7F6EA-462B-1B62-9450-42AC61136FA3}"/>
              </a:ext>
            </a:extLst>
          </p:cNvPr>
          <p:cNvSpPr txBox="1">
            <a:spLocks/>
          </p:cNvSpPr>
          <p:nvPr/>
        </p:nvSpPr>
        <p:spPr>
          <a:xfrm>
            <a:off x="2142000" y="232398"/>
            <a:ext cx="4860000" cy="8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solidFill>
                  <a:schemeClr val="tx1"/>
                </a:solidFill>
                <a:latin typeface="Josefin Sans" pitchFamily="2" charset="0"/>
              </a:rPr>
              <a:t>Implementation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BA34302-464B-7621-E153-08FEB5D7C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19" y="1302337"/>
            <a:ext cx="6696762" cy="25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91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94"/>
          <p:cNvSpPr txBox="1">
            <a:spLocks noGrp="1"/>
          </p:cNvSpPr>
          <p:nvPr>
            <p:ph type="title"/>
          </p:nvPr>
        </p:nvSpPr>
        <p:spPr>
          <a:xfrm>
            <a:off x="236120" y="1604400"/>
            <a:ext cx="8671660" cy="14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Thank You</a:t>
            </a:r>
            <a:endParaRPr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quatic and Physical Therapy Center XL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393</Words>
  <Application>Microsoft Office PowerPoint</Application>
  <PresentationFormat>On-screen Show (16:9)</PresentationFormat>
  <Paragraphs>112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Josefin Sans</vt:lpstr>
      <vt:lpstr>Arial</vt:lpstr>
      <vt:lpstr>Anaheim</vt:lpstr>
      <vt:lpstr>Roboto Condensed Light</vt:lpstr>
      <vt:lpstr>Open Sans</vt:lpstr>
      <vt:lpstr>Bebas Neue</vt:lpstr>
      <vt:lpstr>Aquatic and Physical Therapy Center XL by Slidesgo</vt:lpstr>
      <vt:lpstr>Draw Motion: Real-Time Hand Gesture Tracking and Interactive Drawing System</vt:lpstr>
      <vt:lpstr>Table of contents</vt:lpstr>
      <vt:lpstr>DrawMotion</vt:lpstr>
      <vt:lpstr>Objectives and Scope</vt:lpstr>
      <vt:lpstr>PowerPoint Presentation</vt:lpstr>
      <vt:lpstr>01</vt:lpstr>
      <vt:lpstr>Feasibility Study</vt:lpstr>
      <vt:lpstr>PROJECT REQUIREMENT GATHERING</vt:lpstr>
      <vt:lpstr>Hand Gesture Recognition Using Deep Learning</vt:lpstr>
      <vt:lpstr>Use Case Diagram</vt:lpstr>
      <vt:lpstr>Sequence Diagram</vt:lpstr>
      <vt:lpstr>Class Diagram</vt:lpstr>
      <vt:lpstr>Timeline Chart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AKSHAY GOJIYA</cp:lastModifiedBy>
  <cp:revision>47</cp:revision>
  <dcterms:modified xsi:type="dcterms:W3CDTF">2025-02-08T04:57:44Z</dcterms:modified>
</cp:coreProperties>
</file>