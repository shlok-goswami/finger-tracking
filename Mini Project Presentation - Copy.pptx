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8" r:id="rId1"/>
  </p:sldMasterIdLst>
  <p:notesMasterIdLst>
    <p:notesMasterId r:id="rId11"/>
  </p:notesMasterIdLst>
  <p:sldIdLst>
    <p:sldId id="256" r:id="rId2"/>
    <p:sldId id="258" r:id="rId3"/>
    <p:sldId id="257" r:id="rId4"/>
    <p:sldId id="280" r:id="rId5"/>
    <p:sldId id="348" r:id="rId6"/>
    <p:sldId id="259" r:id="rId7"/>
    <p:sldId id="302" r:id="rId8"/>
    <p:sldId id="303" r:id="rId9"/>
    <p:sldId id="287" r:id="rId10"/>
  </p:sldIdLst>
  <p:sldSz cx="9144000" cy="5143500" type="screen16x9"/>
  <p:notesSz cx="6858000" cy="9144000"/>
  <p:embeddedFontLst>
    <p:embeddedFont>
      <p:font typeface="Anaheim" pitchFamily="2" charset="0"/>
      <p:regular r:id="rId12"/>
      <p:bold r:id="rId13"/>
    </p:embeddedFont>
    <p:embeddedFont>
      <p:font typeface="Bebas Neue" panose="020B0606020202050201" pitchFamily="34" charset="0"/>
      <p:regular r:id="rId14"/>
    </p:embeddedFont>
    <p:embeddedFont>
      <p:font typeface="Josefin Sans" pitchFamily="2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73A065-E06D-4046-9655-6FFDFCCC0CE4}">
  <a:tblStyle styleId="{7773A065-E06D-4046-9655-6FFDFCCC0C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b347e33ac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b347e33ac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ab8d1ca92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ab8d1ca92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ab8d1ca927_3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ab8d1ca927_3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>
          <a:extLst>
            <a:ext uri="{FF2B5EF4-FFF2-40B4-BE49-F238E27FC236}">
              <a16:creationId xmlns:a16="http://schemas.microsoft.com/office/drawing/2014/main" id="{AA408093-E041-5019-4856-1C4C4F75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ab8d1ca927_3_168:notes">
            <a:extLst>
              <a:ext uri="{FF2B5EF4-FFF2-40B4-BE49-F238E27FC236}">
                <a16:creationId xmlns:a16="http://schemas.microsoft.com/office/drawing/2014/main" id="{171D7866-D68F-A814-C390-3A746E614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ab8d1ca927_3_168:notes">
            <a:extLst>
              <a:ext uri="{FF2B5EF4-FFF2-40B4-BE49-F238E27FC236}">
                <a16:creationId xmlns:a16="http://schemas.microsoft.com/office/drawing/2014/main" id="{6C9B2C6C-2580-590E-DAFD-9889AEE2F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598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161f6db217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161f6db217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d1e87cec6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d1e87cec6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ab8d1ca927_3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ab8d1ca927_3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d1e87cec6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d1e87cec6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78600" y="1484550"/>
            <a:ext cx="7787100" cy="208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47575" y="3466725"/>
            <a:ext cx="404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1867025" y="1013175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-229260" y="3396805"/>
            <a:ext cx="3675485" cy="1893812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315040" flipH="1">
            <a:off x="-236345" y="4475012"/>
            <a:ext cx="2114446" cy="99708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3282713" y="476911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27300" y="42102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5488" y="29082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57175" y="49018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559288" y="3910538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-5400000">
            <a:off x="6110254" y="2527892"/>
            <a:ext cx="4814046" cy="171036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744675" y="-169359"/>
            <a:ext cx="3627772" cy="1869298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rot="10484934" flipH="1">
            <a:off x="7292455" y="-348495"/>
            <a:ext cx="2087045" cy="98416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 rot="10800000">
            <a:off x="5634813" y="20792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10800000">
            <a:off x="7750600" y="102480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 rot="10800000">
            <a:off x="8980488" y="193977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 rot="10800000">
            <a:off x="4725450" y="13999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718675" y="1028700"/>
            <a:ext cx="7706400" cy="3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47" name="Google Shape;47;p4"/>
          <p:cNvGrpSpPr/>
          <p:nvPr/>
        </p:nvGrpSpPr>
        <p:grpSpPr>
          <a:xfrm flipH="1">
            <a:off x="-129749" y="-116300"/>
            <a:ext cx="2684034" cy="1738163"/>
            <a:chOff x="6654501" y="-116300"/>
            <a:chExt cx="2684034" cy="1738163"/>
          </a:xfrm>
        </p:grpSpPr>
        <p:sp>
          <p:nvSpPr>
            <p:cNvPr id="48" name="Google Shape;48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54;p4"/>
          <p:cNvGrpSpPr/>
          <p:nvPr/>
        </p:nvGrpSpPr>
        <p:grpSpPr>
          <a:xfrm>
            <a:off x="6806901" y="-116300"/>
            <a:ext cx="2684034" cy="1738163"/>
            <a:chOff x="6654501" y="-116300"/>
            <a:chExt cx="2684034" cy="1738163"/>
          </a:xfrm>
        </p:grpSpPr>
        <p:sp>
          <p:nvSpPr>
            <p:cNvPr id="55" name="Google Shape;55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"/>
          </p:nvPr>
        </p:nvSpPr>
        <p:spPr>
          <a:xfrm>
            <a:off x="4379650" y="1868975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2"/>
          </p:nvPr>
        </p:nvSpPr>
        <p:spPr>
          <a:xfrm>
            <a:off x="50515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3"/>
          </p:nvPr>
        </p:nvSpPr>
        <p:spPr>
          <a:xfrm>
            <a:off x="934238" y="1868975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4"/>
          </p:nvPr>
        </p:nvSpPr>
        <p:spPr>
          <a:xfrm>
            <a:off x="1536188" y="2188088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5"/>
          </p:nvPr>
        </p:nvSpPr>
        <p:spPr>
          <a:xfrm>
            <a:off x="4379600" y="3770850"/>
            <a:ext cx="3830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6"/>
          </p:nvPr>
        </p:nvSpPr>
        <p:spPr>
          <a:xfrm>
            <a:off x="50515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7"/>
          </p:nvPr>
        </p:nvSpPr>
        <p:spPr>
          <a:xfrm>
            <a:off x="934238" y="3770850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1536188" y="408997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9" hasCustomPrompt="1"/>
          </p:nvPr>
        </p:nvSpPr>
        <p:spPr>
          <a:xfrm>
            <a:off x="2259638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13" hasCustomPrompt="1"/>
          </p:nvPr>
        </p:nvSpPr>
        <p:spPr>
          <a:xfrm>
            <a:off x="5775063" y="117111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14" hasCustomPrompt="1"/>
          </p:nvPr>
        </p:nvSpPr>
        <p:spPr>
          <a:xfrm>
            <a:off x="2259638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15" hasCustomPrompt="1"/>
          </p:nvPr>
        </p:nvSpPr>
        <p:spPr>
          <a:xfrm>
            <a:off x="5775063" y="307112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/>
          <p:nvPr/>
        </p:nvSpPr>
        <p:spPr>
          <a:xfrm rot="-5267561">
            <a:off x="-2166865" y="2462282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/>
          <p:cNvSpPr/>
          <p:nvPr/>
        </p:nvSpPr>
        <p:spPr>
          <a:xfrm rot="-5400000">
            <a:off x="-954332" y="1253578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/>
          <p:cNvSpPr/>
          <p:nvPr/>
        </p:nvSpPr>
        <p:spPr>
          <a:xfrm rot="5400000">
            <a:off x="-672825" y="419298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3"/>
          <p:cNvSpPr/>
          <p:nvPr/>
        </p:nvSpPr>
        <p:spPr>
          <a:xfrm rot="5400000">
            <a:off x="121363" y="3132963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"/>
          <p:cNvSpPr/>
          <p:nvPr/>
        </p:nvSpPr>
        <p:spPr>
          <a:xfrm rot="5400000">
            <a:off x="993813" y="264713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3"/>
          <p:cNvSpPr/>
          <p:nvPr/>
        </p:nvSpPr>
        <p:spPr>
          <a:xfrm rot="5400000">
            <a:off x="540138" y="1290438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 rot="5400000">
            <a:off x="441438" y="270051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/>
          <p:nvPr/>
        </p:nvSpPr>
        <p:spPr>
          <a:xfrm rot="5532439">
            <a:off x="6598811" y="1897536"/>
            <a:ext cx="4818716" cy="780968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3"/>
          <p:cNvSpPr/>
          <p:nvPr/>
        </p:nvSpPr>
        <p:spPr>
          <a:xfrm rot="5400000">
            <a:off x="7811366" y="2920743"/>
            <a:ext cx="2393629" cy="966464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"/>
          <p:cNvSpPr/>
          <p:nvPr/>
        </p:nvSpPr>
        <p:spPr>
          <a:xfrm rot="-5400000">
            <a:off x="7826590" y="3732336"/>
            <a:ext cx="2096898" cy="989152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3"/>
          <p:cNvSpPr/>
          <p:nvPr/>
        </p:nvSpPr>
        <p:spPr>
          <a:xfrm rot="-5400000">
            <a:off x="8965800" y="184432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3"/>
          <p:cNvSpPr/>
          <p:nvPr/>
        </p:nvSpPr>
        <p:spPr>
          <a:xfrm rot="-5400000">
            <a:off x="8612125" y="375164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"/>
          <p:cNvSpPr/>
          <p:nvPr/>
        </p:nvSpPr>
        <p:spPr>
          <a:xfrm rot="-5400000">
            <a:off x="8710825" y="23415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3"/>
          <p:cNvSpPr/>
          <p:nvPr/>
        </p:nvSpPr>
        <p:spPr>
          <a:xfrm rot="-5400000">
            <a:off x="8158450" y="4777374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42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 hasCustomPrompt="1"/>
          </p:nvPr>
        </p:nvSpPr>
        <p:spPr>
          <a:xfrm>
            <a:off x="2515413" y="2611248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 hasCustomPrompt="1"/>
          </p:nvPr>
        </p:nvSpPr>
        <p:spPr>
          <a:xfrm>
            <a:off x="5033788" y="2611248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718800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subTitle" idx="3"/>
          </p:nvPr>
        </p:nvSpPr>
        <p:spPr>
          <a:xfrm>
            <a:off x="872525" y="21566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3237150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subTitle" idx="5"/>
          </p:nvPr>
        </p:nvSpPr>
        <p:spPr>
          <a:xfrm>
            <a:off x="3390900" y="215662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5755500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subTitle" idx="7"/>
          </p:nvPr>
        </p:nvSpPr>
        <p:spPr>
          <a:xfrm>
            <a:off x="5888425" y="21566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1766775" y="3105100"/>
            <a:ext cx="30921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9"/>
          </p:nvPr>
        </p:nvSpPr>
        <p:spPr>
          <a:xfrm>
            <a:off x="2131725" y="362012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4496350" y="31051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7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14"/>
          </p:nvPr>
        </p:nvSpPr>
        <p:spPr>
          <a:xfrm>
            <a:off x="4650100" y="36201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 idx="15" hasCustomPrompt="1"/>
          </p:nvPr>
        </p:nvSpPr>
        <p:spPr>
          <a:xfrm>
            <a:off x="1256225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3774600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6292975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/>
          <p:nvPr/>
        </p:nvSpPr>
        <p:spPr>
          <a:xfrm rot="10800000" flipH="1">
            <a:off x="37927" y="4374834"/>
            <a:ext cx="2505013" cy="76874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4"/>
          <p:cNvSpPr/>
          <p:nvPr/>
        </p:nvSpPr>
        <p:spPr>
          <a:xfrm rot="10800000">
            <a:off x="6142736" y="4490064"/>
            <a:ext cx="2594745" cy="68451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 rot="10800000" flipH="1">
            <a:off x="6632383" y="4238575"/>
            <a:ext cx="3779755" cy="936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/>
          <p:nvPr/>
        </p:nvSpPr>
        <p:spPr>
          <a:xfrm flipH="1">
            <a:off x="-5" y="4269850"/>
            <a:ext cx="2018280" cy="87380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" y="4269786"/>
            <a:ext cx="1717924" cy="87359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"/>
          <p:cNvSpPr/>
          <p:nvPr/>
        </p:nvSpPr>
        <p:spPr>
          <a:xfrm rot="10800000">
            <a:off x="6962402" y="4352337"/>
            <a:ext cx="2594826" cy="822238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8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/>
          <p:nvPr/>
        </p:nvSpPr>
        <p:spPr>
          <a:xfrm rot="5400000">
            <a:off x="2341731" y="48099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4"/>
          <p:cNvSpPr/>
          <p:nvPr/>
        </p:nvSpPr>
        <p:spPr>
          <a:xfrm rot="5400000">
            <a:off x="989544" y="47098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"/>
          <p:cNvSpPr/>
          <p:nvPr/>
        </p:nvSpPr>
        <p:spPr>
          <a:xfrm rot="-5400000">
            <a:off x="1684906" y="46572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"/>
          <p:cNvSpPr/>
          <p:nvPr/>
        </p:nvSpPr>
        <p:spPr>
          <a:xfrm rot="5400000">
            <a:off x="333331" y="4075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"/>
          <p:cNvSpPr/>
          <p:nvPr/>
        </p:nvSpPr>
        <p:spPr>
          <a:xfrm rot="5400000">
            <a:off x="8655556" y="41433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"/>
          <p:cNvSpPr/>
          <p:nvPr/>
        </p:nvSpPr>
        <p:spPr>
          <a:xfrm rot="-5400000">
            <a:off x="7367731" y="44490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4"/>
          <p:cNvSpPr/>
          <p:nvPr/>
        </p:nvSpPr>
        <p:spPr>
          <a:xfrm rot="5400000">
            <a:off x="5923156" y="48443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2129125" y="363275"/>
            <a:ext cx="48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/>
          <p:nvPr/>
        </p:nvSpPr>
        <p:spPr>
          <a:xfrm flipH="1">
            <a:off x="-141518" y="-118290"/>
            <a:ext cx="3204343" cy="165113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0"/>
          <p:cNvSpPr/>
          <p:nvPr/>
        </p:nvSpPr>
        <p:spPr>
          <a:xfrm rot="10800000" flipH="1">
            <a:off x="-241297" y="-72669"/>
            <a:ext cx="2420522" cy="1034218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0"/>
          <p:cNvSpPr/>
          <p:nvPr/>
        </p:nvSpPr>
        <p:spPr>
          <a:xfrm rot="-10484947">
            <a:off x="-697915" y="-411807"/>
            <a:ext cx="1843431" cy="86928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0"/>
          <p:cNvSpPr/>
          <p:nvPr/>
        </p:nvSpPr>
        <p:spPr>
          <a:xfrm rot="10800000" flipH="1">
            <a:off x="1759263" y="45824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0"/>
          <p:cNvSpPr/>
          <p:nvPr/>
        </p:nvSpPr>
        <p:spPr>
          <a:xfrm rot="10800000" flipH="1">
            <a:off x="869351" y="69715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"/>
          <p:cNvSpPr/>
          <p:nvPr/>
        </p:nvSpPr>
        <p:spPr>
          <a:xfrm rot="10800000" flipH="1">
            <a:off x="91151" y="1262334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0"/>
          <p:cNvSpPr txBox="1">
            <a:spLocks noGrp="1"/>
          </p:cNvSpPr>
          <p:nvPr>
            <p:ph type="title"/>
          </p:nvPr>
        </p:nvSpPr>
        <p:spPr>
          <a:xfrm>
            <a:off x="2846475" y="363275"/>
            <a:ext cx="345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subTitle" idx="1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subTitle" idx="2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8" name="Google Shape;528;p40"/>
          <p:cNvSpPr txBox="1">
            <a:spLocks noGrp="1"/>
          </p:cNvSpPr>
          <p:nvPr>
            <p:ph type="subTitle" idx="3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529" name="Google Shape;529;p40"/>
          <p:cNvSpPr txBox="1">
            <a:spLocks noGrp="1"/>
          </p:cNvSpPr>
          <p:nvPr>
            <p:ph type="subTitle" idx="4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0" name="Google Shape;530;p40"/>
          <p:cNvSpPr/>
          <p:nvPr/>
        </p:nvSpPr>
        <p:spPr>
          <a:xfrm rot="-10350985" flipH="1">
            <a:off x="6450155" y="-124771"/>
            <a:ext cx="3444934" cy="11674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0"/>
          <p:cNvSpPr/>
          <p:nvPr/>
        </p:nvSpPr>
        <p:spPr>
          <a:xfrm flipH="1">
            <a:off x="8345826" y="984624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40"/>
          <p:cNvSpPr/>
          <p:nvPr/>
        </p:nvSpPr>
        <p:spPr>
          <a:xfrm flipH="1">
            <a:off x="8977776" y="1325449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40"/>
          <p:cNvSpPr/>
          <p:nvPr/>
        </p:nvSpPr>
        <p:spPr>
          <a:xfrm flipH="1">
            <a:off x="6236651" y="18837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0"/>
          <p:cNvSpPr/>
          <p:nvPr/>
        </p:nvSpPr>
        <p:spPr>
          <a:xfrm flipH="1">
            <a:off x="7070376" y="539299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0"/>
          <p:cNvSpPr/>
          <p:nvPr/>
        </p:nvSpPr>
        <p:spPr>
          <a:xfrm>
            <a:off x="7168769" y="-99365"/>
            <a:ext cx="2517610" cy="104157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0"/>
          <p:cNvSpPr/>
          <p:nvPr/>
        </p:nvSpPr>
        <p:spPr>
          <a:xfrm rot="10800000" flipH="1">
            <a:off x="7678176" y="-210266"/>
            <a:ext cx="2057229" cy="77897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40"/>
          <p:cNvSpPr/>
          <p:nvPr/>
        </p:nvSpPr>
        <p:spPr>
          <a:xfrm rot="10350985">
            <a:off x="-562292" y="-173408"/>
            <a:ext cx="3444934" cy="116747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0"/>
          <p:cNvSpPr/>
          <p:nvPr/>
        </p:nvSpPr>
        <p:spPr>
          <a:xfrm>
            <a:off x="823471" y="935986"/>
            <a:ext cx="163500" cy="16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0"/>
          <p:cNvSpPr/>
          <p:nvPr/>
        </p:nvSpPr>
        <p:spPr>
          <a:xfrm>
            <a:off x="256621" y="1276811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40"/>
          <p:cNvSpPr/>
          <p:nvPr/>
        </p:nvSpPr>
        <p:spPr>
          <a:xfrm>
            <a:off x="2997746" y="13973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"/>
          <p:cNvSpPr/>
          <p:nvPr/>
        </p:nvSpPr>
        <p:spPr>
          <a:xfrm>
            <a:off x="2164021" y="490661"/>
            <a:ext cx="98400" cy="98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40"/>
          <p:cNvSpPr/>
          <p:nvPr/>
        </p:nvSpPr>
        <p:spPr>
          <a:xfrm flipH="1">
            <a:off x="-353582" y="-148002"/>
            <a:ext cx="2517610" cy="104157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40"/>
          <p:cNvSpPr/>
          <p:nvPr/>
        </p:nvSpPr>
        <p:spPr>
          <a:xfrm rot="10800000">
            <a:off x="-402608" y="-258904"/>
            <a:ext cx="2057229" cy="778974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20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"/>
          <p:cNvSpPr/>
          <p:nvPr/>
        </p:nvSpPr>
        <p:spPr>
          <a:xfrm rot="-5400000" flipH="1">
            <a:off x="7394663" y="2761041"/>
            <a:ext cx="2443246" cy="56873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44"/>
          <p:cNvSpPr/>
          <p:nvPr/>
        </p:nvSpPr>
        <p:spPr>
          <a:xfrm rot="-5399497">
            <a:off x="6547057" y="1922604"/>
            <a:ext cx="4515337" cy="678344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4"/>
          <p:cNvSpPr/>
          <p:nvPr/>
        </p:nvSpPr>
        <p:spPr>
          <a:xfrm rot="-5400440" flipH="1">
            <a:off x="6201606" y="2210242"/>
            <a:ext cx="5161707" cy="722922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4"/>
          <p:cNvSpPr txBox="1">
            <a:spLocks noGrp="1"/>
          </p:cNvSpPr>
          <p:nvPr>
            <p:ph type="subTitle" idx="1"/>
          </p:nvPr>
        </p:nvSpPr>
        <p:spPr>
          <a:xfrm>
            <a:off x="3328941" y="190447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3" name="Google Shape;613;p44"/>
          <p:cNvSpPr txBox="1">
            <a:spLocks noGrp="1"/>
          </p:cNvSpPr>
          <p:nvPr>
            <p:ph type="subTitle" idx="2"/>
          </p:nvPr>
        </p:nvSpPr>
        <p:spPr>
          <a:xfrm>
            <a:off x="3610941" y="2223600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44"/>
          <p:cNvSpPr txBox="1">
            <a:spLocks noGrp="1"/>
          </p:cNvSpPr>
          <p:nvPr>
            <p:ph type="subTitle" idx="3"/>
          </p:nvPr>
        </p:nvSpPr>
        <p:spPr>
          <a:xfrm>
            <a:off x="812063" y="190447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5" name="Google Shape;615;p44"/>
          <p:cNvSpPr txBox="1">
            <a:spLocks noGrp="1"/>
          </p:cNvSpPr>
          <p:nvPr>
            <p:ph type="subTitle" idx="4"/>
          </p:nvPr>
        </p:nvSpPr>
        <p:spPr>
          <a:xfrm>
            <a:off x="1094063" y="2223600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6" name="Google Shape;616;p44"/>
          <p:cNvSpPr txBox="1">
            <a:spLocks noGrp="1"/>
          </p:cNvSpPr>
          <p:nvPr>
            <p:ph type="subTitle" idx="5"/>
          </p:nvPr>
        </p:nvSpPr>
        <p:spPr>
          <a:xfrm>
            <a:off x="3328941" y="350970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7" name="Google Shape;617;p44"/>
          <p:cNvSpPr txBox="1">
            <a:spLocks noGrp="1"/>
          </p:cNvSpPr>
          <p:nvPr>
            <p:ph type="subTitle" idx="6"/>
          </p:nvPr>
        </p:nvSpPr>
        <p:spPr>
          <a:xfrm>
            <a:off x="3610941" y="3828828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8" name="Google Shape;618;p44"/>
          <p:cNvSpPr txBox="1">
            <a:spLocks noGrp="1"/>
          </p:cNvSpPr>
          <p:nvPr>
            <p:ph type="subTitle" idx="7"/>
          </p:nvPr>
        </p:nvSpPr>
        <p:spPr>
          <a:xfrm>
            <a:off x="812063" y="350970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19" name="Google Shape;619;p44"/>
          <p:cNvSpPr txBox="1">
            <a:spLocks noGrp="1"/>
          </p:cNvSpPr>
          <p:nvPr>
            <p:ph type="subTitle" idx="8"/>
          </p:nvPr>
        </p:nvSpPr>
        <p:spPr>
          <a:xfrm>
            <a:off x="1094063" y="3828828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44"/>
          <p:cNvSpPr txBox="1">
            <a:spLocks noGrp="1"/>
          </p:cNvSpPr>
          <p:nvPr>
            <p:ph type="subTitle" idx="9"/>
          </p:nvPr>
        </p:nvSpPr>
        <p:spPr>
          <a:xfrm>
            <a:off x="5845816" y="190447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21" name="Google Shape;621;p44"/>
          <p:cNvSpPr txBox="1">
            <a:spLocks noGrp="1"/>
          </p:cNvSpPr>
          <p:nvPr>
            <p:ph type="subTitle" idx="13"/>
          </p:nvPr>
        </p:nvSpPr>
        <p:spPr>
          <a:xfrm>
            <a:off x="6127816" y="2223600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44"/>
          <p:cNvSpPr txBox="1">
            <a:spLocks noGrp="1"/>
          </p:cNvSpPr>
          <p:nvPr>
            <p:ph type="subTitle" idx="14"/>
          </p:nvPr>
        </p:nvSpPr>
        <p:spPr>
          <a:xfrm>
            <a:off x="5845816" y="350970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623" name="Google Shape;623;p44"/>
          <p:cNvSpPr txBox="1">
            <a:spLocks noGrp="1"/>
          </p:cNvSpPr>
          <p:nvPr>
            <p:ph type="subTitle" idx="15"/>
          </p:nvPr>
        </p:nvSpPr>
        <p:spPr>
          <a:xfrm>
            <a:off x="6127816" y="3828828"/>
            <a:ext cx="1922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44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25" name="Google Shape;625;p44"/>
          <p:cNvSpPr/>
          <p:nvPr/>
        </p:nvSpPr>
        <p:spPr>
          <a:xfrm>
            <a:off x="8351719" y="16884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4"/>
          <p:cNvSpPr/>
          <p:nvPr/>
        </p:nvSpPr>
        <p:spPr>
          <a:xfrm>
            <a:off x="8364481" y="48082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4"/>
          <p:cNvSpPr/>
          <p:nvPr/>
        </p:nvSpPr>
        <p:spPr>
          <a:xfrm rot="10800000">
            <a:off x="8515231" y="149059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4"/>
          <p:cNvSpPr/>
          <p:nvPr/>
        </p:nvSpPr>
        <p:spPr>
          <a:xfrm>
            <a:off x="7940944" y="2997244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4"/>
          <p:cNvSpPr/>
          <p:nvPr/>
        </p:nvSpPr>
        <p:spPr>
          <a:xfrm rot="5400000">
            <a:off x="-1539825" y="1069929"/>
            <a:ext cx="3336529" cy="605972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44"/>
          <p:cNvSpPr/>
          <p:nvPr/>
        </p:nvSpPr>
        <p:spPr>
          <a:xfrm rot="6392579" flipH="1">
            <a:off x="-2086596" y="339210"/>
            <a:ext cx="4108425" cy="1125528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44"/>
          <p:cNvSpPr/>
          <p:nvPr/>
        </p:nvSpPr>
        <p:spPr>
          <a:xfrm rot="5980549">
            <a:off x="-2375690" y="502831"/>
            <a:ext cx="4840630" cy="113463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44"/>
          <p:cNvSpPr/>
          <p:nvPr/>
        </p:nvSpPr>
        <p:spPr>
          <a:xfrm rot="10800000">
            <a:off x="115388" y="2097978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44"/>
          <p:cNvSpPr/>
          <p:nvPr/>
        </p:nvSpPr>
        <p:spPr>
          <a:xfrm rot="10800000">
            <a:off x="361275" y="42206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44"/>
          <p:cNvSpPr/>
          <p:nvPr/>
        </p:nvSpPr>
        <p:spPr>
          <a:xfrm>
            <a:off x="333025" y="1441003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4"/>
          <p:cNvSpPr/>
          <p:nvPr/>
        </p:nvSpPr>
        <p:spPr>
          <a:xfrm rot="10800000">
            <a:off x="1593613" y="-330622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19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5"/>
          <p:cNvSpPr txBox="1">
            <a:spLocks noGrp="1"/>
          </p:cNvSpPr>
          <p:nvPr>
            <p:ph type="title"/>
          </p:nvPr>
        </p:nvSpPr>
        <p:spPr>
          <a:xfrm>
            <a:off x="1098938" y="125692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38" name="Google Shape;638;p45"/>
          <p:cNvSpPr txBox="1">
            <a:spLocks noGrp="1"/>
          </p:cNvSpPr>
          <p:nvPr>
            <p:ph type="subTitle" idx="1"/>
          </p:nvPr>
        </p:nvSpPr>
        <p:spPr>
          <a:xfrm>
            <a:off x="1098938" y="157409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39" name="Google Shape;639;p45"/>
          <p:cNvSpPr txBox="1">
            <a:spLocks noGrp="1"/>
          </p:cNvSpPr>
          <p:nvPr>
            <p:ph type="title" idx="2"/>
          </p:nvPr>
        </p:nvSpPr>
        <p:spPr>
          <a:xfrm>
            <a:off x="6001463" y="1256925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0" name="Google Shape;640;p45"/>
          <p:cNvSpPr txBox="1">
            <a:spLocks noGrp="1"/>
          </p:cNvSpPr>
          <p:nvPr>
            <p:ph type="subTitle" idx="3"/>
          </p:nvPr>
        </p:nvSpPr>
        <p:spPr>
          <a:xfrm>
            <a:off x="6001463" y="1574098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1" name="Google Shape;641;p45"/>
          <p:cNvSpPr txBox="1">
            <a:spLocks noGrp="1"/>
          </p:cNvSpPr>
          <p:nvPr>
            <p:ph type="title" idx="4"/>
          </p:nvPr>
        </p:nvSpPr>
        <p:spPr>
          <a:xfrm>
            <a:off x="1120238" y="340320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2" name="Google Shape;642;p45"/>
          <p:cNvSpPr txBox="1">
            <a:spLocks noGrp="1"/>
          </p:cNvSpPr>
          <p:nvPr>
            <p:ph type="subTitle" idx="5"/>
          </p:nvPr>
        </p:nvSpPr>
        <p:spPr>
          <a:xfrm>
            <a:off x="1120238" y="372037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3" name="Google Shape;643;p45"/>
          <p:cNvSpPr txBox="1">
            <a:spLocks noGrp="1"/>
          </p:cNvSpPr>
          <p:nvPr>
            <p:ph type="title" idx="6"/>
          </p:nvPr>
        </p:nvSpPr>
        <p:spPr>
          <a:xfrm>
            <a:off x="6022763" y="3403200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4" name="Google Shape;644;p45"/>
          <p:cNvSpPr txBox="1">
            <a:spLocks noGrp="1"/>
          </p:cNvSpPr>
          <p:nvPr>
            <p:ph type="subTitle" idx="7"/>
          </p:nvPr>
        </p:nvSpPr>
        <p:spPr>
          <a:xfrm>
            <a:off x="6022763" y="3720373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5" name="Google Shape;645;p45"/>
          <p:cNvSpPr txBox="1">
            <a:spLocks noGrp="1"/>
          </p:cNvSpPr>
          <p:nvPr>
            <p:ph type="title" idx="8"/>
          </p:nvPr>
        </p:nvSpPr>
        <p:spPr>
          <a:xfrm>
            <a:off x="3550200" y="2330063"/>
            <a:ext cx="2022300" cy="3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646" name="Google Shape;646;p45"/>
          <p:cNvSpPr txBox="1">
            <a:spLocks noGrp="1"/>
          </p:cNvSpPr>
          <p:nvPr>
            <p:ph type="subTitle" idx="9"/>
          </p:nvPr>
        </p:nvSpPr>
        <p:spPr>
          <a:xfrm>
            <a:off x="3550200" y="2647235"/>
            <a:ext cx="2022300" cy="6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7" name="Google Shape;647;p45"/>
          <p:cNvSpPr/>
          <p:nvPr/>
        </p:nvSpPr>
        <p:spPr>
          <a:xfrm rot="-1518785" flipH="1">
            <a:off x="108221" y="-13636"/>
            <a:ext cx="2228124" cy="91892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5"/>
          <p:cNvSpPr/>
          <p:nvPr/>
        </p:nvSpPr>
        <p:spPr>
          <a:xfrm rot="-1519228" flipH="1">
            <a:off x="-502377" y="-716362"/>
            <a:ext cx="3782980" cy="1428824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45"/>
          <p:cNvSpPr/>
          <p:nvPr/>
        </p:nvSpPr>
        <p:spPr>
          <a:xfrm rot="-1518617">
            <a:off x="-978642" y="-633617"/>
            <a:ext cx="4264746" cy="184380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45"/>
          <p:cNvSpPr/>
          <p:nvPr/>
        </p:nvSpPr>
        <p:spPr>
          <a:xfrm>
            <a:off x="-727683" y="4105400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45"/>
          <p:cNvSpPr/>
          <p:nvPr/>
        </p:nvSpPr>
        <p:spPr>
          <a:xfrm rot="1432117" flipH="1">
            <a:off x="-994133" y="4325918"/>
            <a:ext cx="3153951" cy="112115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5"/>
          <p:cNvSpPr/>
          <p:nvPr/>
        </p:nvSpPr>
        <p:spPr>
          <a:xfrm rot="855778">
            <a:off x="-1530463" y="4208916"/>
            <a:ext cx="3605366" cy="11947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45"/>
          <p:cNvSpPr txBox="1">
            <a:spLocks noGrp="1"/>
          </p:cNvSpPr>
          <p:nvPr>
            <p:ph type="title" idx="13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54" name="Google Shape;654;p45"/>
          <p:cNvSpPr/>
          <p:nvPr/>
        </p:nvSpPr>
        <p:spPr>
          <a:xfrm rot="5400000">
            <a:off x="2668844" y="1525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5"/>
          <p:cNvSpPr/>
          <p:nvPr/>
        </p:nvSpPr>
        <p:spPr>
          <a:xfrm rot="5400000">
            <a:off x="1006581" y="4467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5"/>
          <p:cNvSpPr/>
          <p:nvPr/>
        </p:nvSpPr>
        <p:spPr>
          <a:xfrm rot="-5400000">
            <a:off x="2012019" y="-156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5"/>
          <p:cNvSpPr/>
          <p:nvPr/>
        </p:nvSpPr>
        <p:spPr>
          <a:xfrm rot="5400000">
            <a:off x="350369" y="38324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9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4"/>
          <p:cNvSpPr/>
          <p:nvPr/>
        </p:nvSpPr>
        <p:spPr>
          <a:xfrm rot="10800000">
            <a:off x="2251306" y="-128"/>
            <a:ext cx="4462873" cy="1059925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64"/>
          <p:cNvSpPr/>
          <p:nvPr/>
        </p:nvSpPr>
        <p:spPr>
          <a:xfrm rot="10799504" flipH="1">
            <a:off x="-6750" y="531"/>
            <a:ext cx="9154265" cy="812300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64"/>
          <p:cNvSpPr/>
          <p:nvPr/>
        </p:nvSpPr>
        <p:spPr>
          <a:xfrm rot="-10799504">
            <a:off x="236" y="485"/>
            <a:ext cx="9154265" cy="865690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64"/>
          <p:cNvSpPr/>
          <p:nvPr/>
        </p:nvSpPr>
        <p:spPr>
          <a:xfrm rot="-4555973" flipH="1">
            <a:off x="4908829" y="2657012"/>
            <a:ext cx="1457076" cy="4557441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64"/>
          <p:cNvSpPr/>
          <p:nvPr/>
        </p:nvSpPr>
        <p:spPr>
          <a:xfrm rot="10800000" flipH="1">
            <a:off x="1" y="4443074"/>
            <a:ext cx="9154264" cy="836745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/>
          <p:nvPr/>
        </p:nvSpPr>
        <p:spPr>
          <a:xfrm rot="10800000" flipH="1">
            <a:off x="-6750" y="4366693"/>
            <a:ext cx="9161260" cy="9175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64"/>
          <p:cNvSpPr/>
          <p:nvPr/>
        </p:nvSpPr>
        <p:spPr>
          <a:xfrm rot="5400000">
            <a:off x="8226781" y="425343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64"/>
          <p:cNvSpPr/>
          <p:nvPr/>
        </p:nvSpPr>
        <p:spPr>
          <a:xfrm rot="5400000">
            <a:off x="2775969" y="43758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64"/>
          <p:cNvSpPr/>
          <p:nvPr/>
        </p:nvSpPr>
        <p:spPr>
          <a:xfrm rot="-5400000">
            <a:off x="6531806" y="41548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64"/>
          <p:cNvSpPr/>
          <p:nvPr/>
        </p:nvSpPr>
        <p:spPr>
          <a:xfrm rot="5400000">
            <a:off x="420981" y="391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64"/>
          <p:cNvSpPr/>
          <p:nvPr/>
        </p:nvSpPr>
        <p:spPr>
          <a:xfrm rot="5400000">
            <a:off x="7233206" y="8166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64"/>
          <p:cNvSpPr/>
          <p:nvPr/>
        </p:nvSpPr>
        <p:spPr>
          <a:xfrm rot="5400000">
            <a:off x="5881019" y="7165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64"/>
          <p:cNvSpPr/>
          <p:nvPr/>
        </p:nvSpPr>
        <p:spPr>
          <a:xfrm rot="5400000">
            <a:off x="2521581" y="6640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0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 rot="10800000" flipH="1">
            <a:off x="1206036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65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65"/>
          <p:cNvSpPr/>
          <p:nvPr/>
        </p:nvSpPr>
        <p:spPr>
          <a:xfrm rot="10800000">
            <a:off x="-1374513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65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65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65"/>
          <p:cNvSpPr/>
          <p:nvPr/>
        </p:nvSpPr>
        <p:spPr>
          <a:xfrm rot="10800000" flipH="1">
            <a:off x="-77156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65"/>
          <p:cNvSpPr/>
          <p:nvPr/>
        </p:nvSpPr>
        <p:spPr>
          <a:xfrm>
            <a:off x="1958250" y="40720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65"/>
          <p:cNvSpPr/>
          <p:nvPr/>
        </p:nvSpPr>
        <p:spPr>
          <a:xfrm>
            <a:off x="285300" y="38556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65"/>
          <p:cNvSpPr/>
          <p:nvPr/>
        </p:nvSpPr>
        <p:spPr>
          <a:xfrm>
            <a:off x="4522800" y="48927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65"/>
          <p:cNvSpPr/>
          <p:nvPr/>
        </p:nvSpPr>
        <p:spPr>
          <a:xfrm rot="10800000" flipH="1">
            <a:off x="6363775" y="1132525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65"/>
          <p:cNvSpPr/>
          <p:nvPr/>
        </p:nvSpPr>
        <p:spPr>
          <a:xfrm rot="10800000" flipH="1">
            <a:off x="8271400" y="134150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65"/>
          <p:cNvSpPr/>
          <p:nvPr/>
        </p:nvSpPr>
        <p:spPr>
          <a:xfrm rot="10800000" flipH="1">
            <a:off x="4360525" y="3233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1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"/>
          <p:cNvSpPr/>
          <p:nvPr/>
        </p:nvSpPr>
        <p:spPr>
          <a:xfrm rot="-5400000" flipH="1">
            <a:off x="7050252" y="2575411"/>
            <a:ext cx="2443246" cy="93999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66"/>
          <p:cNvSpPr/>
          <p:nvPr/>
        </p:nvSpPr>
        <p:spPr>
          <a:xfrm rot="-5399497">
            <a:off x="6325430" y="1701197"/>
            <a:ext cx="4515337" cy="1121168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66"/>
          <p:cNvSpPr/>
          <p:nvPr/>
        </p:nvSpPr>
        <p:spPr>
          <a:xfrm rot="-5400440" flipH="1">
            <a:off x="5965428" y="1974301"/>
            <a:ext cx="5161707" cy="119480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66"/>
          <p:cNvSpPr/>
          <p:nvPr/>
        </p:nvSpPr>
        <p:spPr>
          <a:xfrm rot="-5400000">
            <a:off x="-1791843" y="1811847"/>
            <a:ext cx="5127422" cy="1543736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66"/>
          <p:cNvSpPr/>
          <p:nvPr/>
        </p:nvSpPr>
        <p:spPr>
          <a:xfrm rot="-5400000">
            <a:off x="-1926425" y="1930649"/>
            <a:ext cx="5143202" cy="129035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66"/>
          <p:cNvSpPr/>
          <p:nvPr/>
        </p:nvSpPr>
        <p:spPr>
          <a:xfrm rot="-5400000" flipH="1">
            <a:off x="-1877527" y="1881640"/>
            <a:ext cx="5143337" cy="138828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66"/>
          <p:cNvSpPr/>
          <p:nvPr/>
        </p:nvSpPr>
        <p:spPr>
          <a:xfrm>
            <a:off x="1104550" y="27103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66"/>
          <p:cNvSpPr/>
          <p:nvPr/>
        </p:nvSpPr>
        <p:spPr>
          <a:xfrm>
            <a:off x="1553300" y="3452550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66"/>
          <p:cNvSpPr/>
          <p:nvPr/>
        </p:nvSpPr>
        <p:spPr>
          <a:xfrm>
            <a:off x="804350" y="1051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66"/>
          <p:cNvSpPr/>
          <p:nvPr/>
        </p:nvSpPr>
        <p:spPr>
          <a:xfrm>
            <a:off x="1169650" y="416832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66"/>
          <p:cNvSpPr/>
          <p:nvPr/>
        </p:nvSpPr>
        <p:spPr>
          <a:xfrm>
            <a:off x="1520738" y="7169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66"/>
          <p:cNvSpPr/>
          <p:nvPr/>
        </p:nvSpPr>
        <p:spPr>
          <a:xfrm rot="10800000" flipH="1">
            <a:off x="8332050" y="1975150"/>
            <a:ext cx="98400" cy="98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66"/>
          <p:cNvSpPr/>
          <p:nvPr/>
        </p:nvSpPr>
        <p:spPr>
          <a:xfrm rot="10800000" flipH="1">
            <a:off x="7695850" y="1006475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66"/>
          <p:cNvSpPr/>
          <p:nvPr/>
        </p:nvSpPr>
        <p:spPr>
          <a:xfrm rot="10800000" flipH="1">
            <a:off x="7794238" y="4492000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2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7"/>
          <p:cNvSpPr/>
          <p:nvPr/>
        </p:nvSpPr>
        <p:spPr>
          <a:xfrm rot="-5911893" flipH="1">
            <a:off x="-358275" y="-757650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67"/>
          <p:cNvSpPr/>
          <p:nvPr/>
        </p:nvSpPr>
        <p:spPr>
          <a:xfrm rot="-515846" flipH="1">
            <a:off x="-1764995" y="-321140"/>
            <a:ext cx="4858752" cy="98474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67"/>
          <p:cNvSpPr/>
          <p:nvPr/>
        </p:nvSpPr>
        <p:spPr>
          <a:xfrm flipH="1">
            <a:off x="-1788061" y="-312190"/>
            <a:ext cx="4906095" cy="1060078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67"/>
          <p:cNvSpPr/>
          <p:nvPr/>
        </p:nvSpPr>
        <p:spPr>
          <a:xfrm rot="4888107" flipH="1">
            <a:off x="1137128" y="4138487"/>
            <a:ext cx="1679785" cy="2039064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67"/>
          <p:cNvSpPr/>
          <p:nvPr/>
        </p:nvSpPr>
        <p:spPr>
          <a:xfrm rot="-9922098" flipH="1">
            <a:off x="-1214868" y="4347472"/>
            <a:ext cx="4858620" cy="98475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67"/>
          <p:cNvSpPr/>
          <p:nvPr/>
        </p:nvSpPr>
        <p:spPr>
          <a:xfrm rot="-10346708" flipH="1">
            <a:off x="-752392" y="4478612"/>
            <a:ext cx="4905724" cy="106005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67"/>
          <p:cNvSpPr/>
          <p:nvPr/>
        </p:nvSpPr>
        <p:spPr>
          <a:xfrm rot="5400000">
            <a:off x="1196981" y="84405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67"/>
          <p:cNvSpPr/>
          <p:nvPr/>
        </p:nvSpPr>
        <p:spPr>
          <a:xfrm rot="5400000">
            <a:off x="1196219" y="44671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67"/>
          <p:cNvSpPr/>
          <p:nvPr/>
        </p:nvSpPr>
        <p:spPr>
          <a:xfrm rot="-5400000">
            <a:off x="540156" y="69136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67"/>
          <p:cNvSpPr/>
          <p:nvPr/>
        </p:nvSpPr>
        <p:spPr>
          <a:xfrm rot="5400000">
            <a:off x="540006" y="38324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53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8"/>
          <p:cNvSpPr/>
          <p:nvPr/>
        </p:nvSpPr>
        <p:spPr>
          <a:xfrm rot="10800000">
            <a:off x="3937512" y="4410874"/>
            <a:ext cx="3936983" cy="732774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68"/>
          <p:cNvSpPr/>
          <p:nvPr/>
        </p:nvSpPr>
        <p:spPr>
          <a:xfrm flipH="1">
            <a:off x="3939637" y="98"/>
            <a:ext cx="5126677" cy="129592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68"/>
          <p:cNvSpPr/>
          <p:nvPr/>
        </p:nvSpPr>
        <p:spPr>
          <a:xfrm rot="10800000" flipH="1">
            <a:off x="4720014" y="4141676"/>
            <a:ext cx="5735030" cy="1001972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68"/>
          <p:cNvSpPr/>
          <p:nvPr/>
        </p:nvSpPr>
        <p:spPr>
          <a:xfrm rot="10800000" flipH="1">
            <a:off x="5013459" y="204"/>
            <a:ext cx="4130832" cy="147283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68"/>
          <p:cNvSpPr/>
          <p:nvPr/>
        </p:nvSpPr>
        <p:spPr>
          <a:xfrm rot="10800000">
            <a:off x="5628786" y="490"/>
            <a:ext cx="3515148" cy="1472658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68"/>
          <p:cNvSpPr/>
          <p:nvPr/>
        </p:nvSpPr>
        <p:spPr>
          <a:xfrm rot="10800000">
            <a:off x="5220582" y="4263470"/>
            <a:ext cx="3937105" cy="88017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68"/>
          <p:cNvSpPr/>
          <p:nvPr/>
        </p:nvSpPr>
        <p:spPr>
          <a:xfrm rot="5400000">
            <a:off x="6527856" y="4483306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68"/>
          <p:cNvSpPr/>
          <p:nvPr/>
        </p:nvSpPr>
        <p:spPr>
          <a:xfrm rot="5400000">
            <a:off x="5530219" y="945244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68"/>
          <p:cNvSpPr/>
          <p:nvPr/>
        </p:nvSpPr>
        <p:spPr>
          <a:xfrm rot="-5400000">
            <a:off x="5871031" y="4330619"/>
            <a:ext cx="98400" cy="98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68"/>
          <p:cNvSpPr/>
          <p:nvPr/>
        </p:nvSpPr>
        <p:spPr>
          <a:xfrm rot="5400000">
            <a:off x="4874006" y="310481"/>
            <a:ext cx="163500" cy="16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0" r:id="rId5"/>
    <p:sldLayoutId id="2147483666" r:id="rId6"/>
    <p:sldLayoutId id="2147483686" r:id="rId7"/>
    <p:sldLayoutId id="2147483690" r:id="rId8"/>
    <p:sldLayoutId id="2147483691" r:id="rId9"/>
    <p:sldLayoutId id="2147483710" r:id="rId10"/>
    <p:sldLayoutId id="2147483711" r:id="rId11"/>
    <p:sldLayoutId id="2147483712" r:id="rId12"/>
    <p:sldLayoutId id="2147483713" r:id="rId13"/>
    <p:sldLayoutId id="214748371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jrpr.com/uploads/V4ISSUE6/IJRPR14370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A23CE9-AF2C-0589-4793-C2889113F4BD}"/>
              </a:ext>
            </a:extLst>
          </p:cNvPr>
          <p:cNvSpPr/>
          <p:nvPr/>
        </p:nvSpPr>
        <p:spPr>
          <a:xfrm>
            <a:off x="2943434" y="58784"/>
            <a:ext cx="3203737" cy="99578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4" name="Google Shape;1034;p74"/>
          <p:cNvSpPr txBox="1">
            <a:spLocks noGrp="1"/>
          </p:cNvSpPr>
          <p:nvPr>
            <p:ph type="ctrTitle"/>
          </p:nvPr>
        </p:nvSpPr>
        <p:spPr>
          <a:xfrm>
            <a:off x="678600" y="862295"/>
            <a:ext cx="7787100" cy="29241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/>
              <a:t>Draw Motion:</a:t>
            </a:r>
            <a:br>
              <a:rPr lang="en" sz="3600" dirty="0"/>
            </a:br>
            <a:r>
              <a:rPr lang="en-US" sz="3600" dirty="0"/>
              <a:t>Real-Time Hand Gesture Tracking and Interactive Drawing System</a:t>
            </a:r>
            <a:endParaRPr sz="3600" dirty="0"/>
          </a:p>
        </p:txBody>
      </p:sp>
      <p:sp>
        <p:nvSpPr>
          <p:cNvPr id="1035" name="Google Shape;1035;p74"/>
          <p:cNvSpPr txBox="1">
            <a:spLocks noGrp="1"/>
          </p:cNvSpPr>
          <p:nvPr>
            <p:ph type="subTitle" idx="1"/>
          </p:nvPr>
        </p:nvSpPr>
        <p:spPr>
          <a:xfrm>
            <a:off x="2200925" y="3738970"/>
            <a:ext cx="4048800" cy="1341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Akshay </a:t>
            </a:r>
            <a:r>
              <a:rPr lang="en-US" dirty="0" err="1"/>
              <a:t>Gojiya</a:t>
            </a:r>
            <a:r>
              <a:rPr lang="en-US" dirty="0"/>
              <a:t>	(22IT452)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Shlok</a:t>
            </a:r>
            <a:r>
              <a:rPr lang="en-US" dirty="0"/>
              <a:t> Goswami	(22IT461)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Sai Mistry		(22IT451)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DDCFC7-2388-B987-239F-D19DD906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34" y="58784"/>
            <a:ext cx="1116874" cy="1116874"/>
          </a:xfrm>
          <a:prstGeom prst="rect">
            <a:avLst/>
          </a:prstGeom>
        </p:spPr>
      </p:pic>
      <p:sp>
        <p:nvSpPr>
          <p:cNvPr id="4" name="Google Shape;1035;p74">
            <a:extLst>
              <a:ext uri="{FF2B5EF4-FFF2-40B4-BE49-F238E27FC236}">
                <a16:creationId xmlns:a16="http://schemas.microsoft.com/office/drawing/2014/main" id="{D65EE55A-914A-17CD-F1A5-08EF902E56CC}"/>
              </a:ext>
            </a:extLst>
          </p:cNvPr>
          <p:cNvSpPr txBox="1">
            <a:spLocks/>
          </p:cNvSpPr>
          <p:nvPr/>
        </p:nvSpPr>
        <p:spPr>
          <a:xfrm>
            <a:off x="5095200" y="3738970"/>
            <a:ext cx="4048800" cy="71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dirty="0"/>
              <a:t>Guide : </a:t>
            </a:r>
          </a:p>
          <a:p>
            <a:pPr marL="0" indent="0"/>
            <a:r>
              <a:rPr lang="en-US" dirty="0"/>
              <a:t>Dr. Nilesh B. Prajapati</a:t>
            </a:r>
          </a:p>
        </p:txBody>
      </p:sp>
      <p:sp>
        <p:nvSpPr>
          <p:cNvPr id="2" name="Google Shape;1035;p74">
            <a:extLst>
              <a:ext uri="{FF2B5EF4-FFF2-40B4-BE49-F238E27FC236}">
                <a16:creationId xmlns:a16="http://schemas.microsoft.com/office/drawing/2014/main" id="{EF3FE0A8-7C90-1AA7-0D7E-EB12FC515C4D}"/>
              </a:ext>
            </a:extLst>
          </p:cNvPr>
          <p:cNvSpPr txBox="1">
            <a:spLocks/>
          </p:cNvSpPr>
          <p:nvPr/>
        </p:nvSpPr>
        <p:spPr>
          <a:xfrm>
            <a:off x="2547600" y="58784"/>
            <a:ext cx="4048800" cy="13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"/>
              <a:buNone/>
              <a:defRPr sz="2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en-US" b="1" dirty="0"/>
              <a:t>Birla </a:t>
            </a:r>
            <a:r>
              <a:rPr lang="en-US" b="1" dirty="0" err="1"/>
              <a:t>Vishvakarma</a:t>
            </a:r>
            <a:r>
              <a:rPr lang="en-US" b="1" dirty="0"/>
              <a:t> Mahavidyalaya</a:t>
            </a:r>
          </a:p>
          <a:p>
            <a:pPr marL="0" indent="0"/>
            <a:r>
              <a:rPr lang="en-US" b="1" dirty="0"/>
              <a:t>[ An Autonomous Institution ]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sz="1200" b="1" dirty="0"/>
              <a:t>Information Technology Department</a:t>
            </a:r>
          </a:p>
          <a:p>
            <a:pPr marL="0" indent="0"/>
            <a:r>
              <a:rPr lang="en-US" sz="1200" b="1" dirty="0"/>
              <a:t>3IT31 – Mini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6"/>
          <p:cNvSpPr txBox="1">
            <a:spLocks noGrp="1"/>
          </p:cNvSpPr>
          <p:nvPr>
            <p:ph type="title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047" name="Google Shape;1047;p76"/>
          <p:cNvSpPr txBox="1">
            <a:spLocks noGrp="1"/>
          </p:cNvSpPr>
          <p:nvPr>
            <p:ph type="subTitle" idx="3"/>
          </p:nvPr>
        </p:nvSpPr>
        <p:spPr>
          <a:xfrm>
            <a:off x="2934417" y="1209325"/>
            <a:ext cx="36900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055" name="Google Shape;1055;p76"/>
          <p:cNvSpPr txBox="1">
            <a:spLocks noGrp="1"/>
          </p:cNvSpPr>
          <p:nvPr>
            <p:ph type="title" idx="9"/>
          </p:nvPr>
        </p:nvSpPr>
        <p:spPr>
          <a:xfrm>
            <a:off x="2259638" y="1171113"/>
            <a:ext cx="674779" cy="4334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01</a:t>
            </a:r>
            <a:endParaRPr sz="2800" dirty="0"/>
          </a:p>
        </p:txBody>
      </p:sp>
      <p:sp>
        <p:nvSpPr>
          <p:cNvPr id="2" name="Google Shape;1047;p76">
            <a:extLst>
              <a:ext uri="{FF2B5EF4-FFF2-40B4-BE49-F238E27FC236}">
                <a16:creationId xmlns:a16="http://schemas.microsoft.com/office/drawing/2014/main" id="{2173B094-A5E6-C546-411E-B0CD7E0A24F2}"/>
              </a:ext>
            </a:extLst>
          </p:cNvPr>
          <p:cNvSpPr txBox="1">
            <a:spLocks/>
          </p:cNvSpPr>
          <p:nvPr/>
        </p:nvSpPr>
        <p:spPr>
          <a:xfrm>
            <a:off x="2934417" y="1550188"/>
            <a:ext cx="3690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Modules</a:t>
            </a:r>
          </a:p>
        </p:txBody>
      </p:sp>
      <p:sp>
        <p:nvSpPr>
          <p:cNvPr id="3" name="Google Shape;1055;p76">
            <a:extLst>
              <a:ext uri="{FF2B5EF4-FFF2-40B4-BE49-F238E27FC236}">
                <a16:creationId xmlns:a16="http://schemas.microsoft.com/office/drawing/2014/main" id="{59941D35-15E0-D6C9-C60C-CF14D6C19CBA}"/>
              </a:ext>
            </a:extLst>
          </p:cNvPr>
          <p:cNvSpPr txBox="1">
            <a:spLocks/>
          </p:cNvSpPr>
          <p:nvPr/>
        </p:nvSpPr>
        <p:spPr>
          <a:xfrm>
            <a:off x="2259638" y="1511976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02</a:t>
            </a:r>
          </a:p>
        </p:txBody>
      </p:sp>
      <p:sp>
        <p:nvSpPr>
          <p:cNvPr id="4" name="Google Shape;1047;p76">
            <a:extLst>
              <a:ext uri="{FF2B5EF4-FFF2-40B4-BE49-F238E27FC236}">
                <a16:creationId xmlns:a16="http://schemas.microsoft.com/office/drawing/2014/main" id="{0D625362-0108-693F-C5AA-3D0FB1EFEB91}"/>
              </a:ext>
            </a:extLst>
          </p:cNvPr>
          <p:cNvSpPr txBox="1">
            <a:spLocks/>
          </p:cNvSpPr>
          <p:nvPr/>
        </p:nvSpPr>
        <p:spPr>
          <a:xfrm>
            <a:off x="2934417" y="1907188"/>
            <a:ext cx="3690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Requirements</a:t>
            </a:r>
          </a:p>
        </p:txBody>
      </p:sp>
      <p:sp>
        <p:nvSpPr>
          <p:cNvPr id="5" name="Google Shape;1055;p76">
            <a:extLst>
              <a:ext uri="{FF2B5EF4-FFF2-40B4-BE49-F238E27FC236}">
                <a16:creationId xmlns:a16="http://schemas.microsoft.com/office/drawing/2014/main" id="{0734DA42-2D26-35EB-528A-37424542A531}"/>
              </a:ext>
            </a:extLst>
          </p:cNvPr>
          <p:cNvSpPr txBox="1">
            <a:spLocks/>
          </p:cNvSpPr>
          <p:nvPr/>
        </p:nvSpPr>
        <p:spPr>
          <a:xfrm>
            <a:off x="2259638" y="1868976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03</a:t>
            </a:r>
          </a:p>
        </p:txBody>
      </p:sp>
      <p:sp>
        <p:nvSpPr>
          <p:cNvPr id="10" name="Google Shape;1047;p76">
            <a:extLst>
              <a:ext uri="{FF2B5EF4-FFF2-40B4-BE49-F238E27FC236}">
                <a16:creationId xmlns:a16="http://schemas.microsoft.com/office/drawing/2014/main" id="{C579E8E4-75E8-8EA3-50AE-04EF84A3C891}"/>
              </a:ext>
            </a:extLst>
          </p:cNvPr>
          <p:cNvSpPr txBox="1">
            <a:spLocks/>
          </p:cNvSpPr>
          <p:nvPr/>
        </p:nvSpPr>
        <p:spPr>
          <a:xfrm>
            <a:off x="2934417" y="2290082"/>
            <a:ext cx="3690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Feasibility Study</a:t>
            </a:r>
          </a:p>
        </p:txBody>
      </p:sp>
      <p:sp>
        <p:nvSpPr>
          <p:cNvPr id="11" name="Google Shape;1055;p76">
            <a:extLst>
              <a:ext uri="{FF2B5EF4-FFF2-40B4-BE49-F238E27FC236}">
                <a16:creationId xmlns:a16="http://schemas.microsoft.com/office/drawing/2014/main" id="{59619144-B36D-0C5C-603F-C573B2C70F41}"/>
              </a:ext>
            </a:extLst>
          </p:cNvPr>
          <p:cNvSpPr txBox="1">
            <a:spLocks/>
          </p:cNvSpPr>
          <p:nvPr/>
        </p:nvSpPr>
        <p:spPr>
          <a:xfrm>
            <a:off x="2259638" y="2251870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04</a:t>
            </a:r>
          </a:p>
        </p:txBody>
      </p:sp>
      <p:sp>
        <p:nvSpPr>
          <p:cNvPr id="28" name="Google Shape;1047;p76">
            <a:extLst>
              <a:ext uri="{FF2B5EF4-FFF2-40B4-BE49-F238E27FC236}">
                <a16:creationId xmlns:a16="http://schemas.microsoft.com/office/drawing/2014/main" id="{EC45CDD9-5924-4CC4-32C4-982DE50D9BFF}"/>
              </a:ext>
            </a:extLst>
          </p:cNvPr>
          <p:cNvSpPr txBox="1">
            <a:spLocks/>
          </p:cNvSpPr>
          <p:nvPr/>
        </p:nvSpPr>
        <p:spPr>
          <a:xfrm>
            <a:off x="2934416" y="2711189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Specific Requirements</a:t>
            </a:r>
          </a:p>
        </p:txBody>
      </p:sp>
      <p:sp>
        <p:nvSpPr>
          <p:cNvPr id="29" name="Google Shape;1055;p76">
            <a:extLst>
              <a:ext uri="{FF2B5EF4-FFF2-40B4-BE49-F238E27FC236}">
                <a16:creationId xmlns:a16="http://schemas.microsoft.com/office/drawing/2014/main" id="{53B350E3-9F68-91E0-F578-E16B9BEB9188}"/>
              </a:ext>
            </a:extLst>
          </p:cNvPr>
          <p:cNvSpPr txBox="1">
            <a:spLocks/>
          </p:cNvSpPr>
          <p:nvPr/>
        </p:nvSpPr>
        <p:spPr>
          <a:xfrm>
            <a:off x="2259638" y="2672977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05</a:t>
            </a:r>
          </a:p>
        </p:txBody>
      </p:sp>
      <p:sp>
        <p:nvSpPr>
          <p:cNvPr id="30" name="Google Shape;1047;p76">
            <a:extLst>
              <a:ext uri="{FF2B5EF4-FFF2-40B4-BE49-F238E27FC236}">
                <a16:creationId xmlns:a16="http://schemas.microsoft.com/office/drawing/2014/main" id="{D9A456F8-5349-4921-10CC-49692972A796}"/>
              </a:ext>
            </a:extLst>
          </p:cNvPr>
          <p:cNvSpPr txBox="1">
            <a:spLocks/>
          </p:cNvSpPr>
          <p:nvPr/>
        </p:nvSpPr>
        <p:spPr>
          <a:xfrm>
            <a:off x="2934416" y="3078289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Literature Review</a:t>
            </a:r>
          </a:p>
        </p:txBody>
      </p:sp>
      <p:sp>
        <p:nvSpPr>
          <p:cNvPr id="31" name="Google Shape;1055;p76">
            <a:extLst>
              <a:ext uri="{FF2B5EF4-FFF2-40B4-BE49-F238E27FC236}">
                <a16:creationId xmlns:a16="http://schemas.microsoft.com/office/drawing/2014/main" id="{9DD5C466-5D4A-98DB-DE83-D901F9F7BD6B}"/>
              </a:ext>
            </a:extLst>
          </p:cNvPr>
          <p:cNvSpPr txBox="1">
            <a:spLocks/>
          </p:cNvSpPr>
          <p:nvPr/>
        </p:nvSpPr>
        <p:spPr>
          <a:xfrm>
            <a:off x="2259638" y="3040077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06</a:t>
            </a:r>
          </a:p>
        </p:txBody>
      </p:sp>
      <p:sp>
        <p:nvSpPr>
          <p:cNvPr id="32" name="Google Shape;1047;p76">
            <a:extLst>
              <a:ext uri="{FF2B5EF4-FFF2-40B4-BE49-F238E27FC236}">
                <a16:creationId xmlns:a16="http://schemas.microsoft.com/office/drawing/2014/main" id="{2D5A009A-7B31-4442-0624-9F897FAE5C81}"/>
              </a:ext>
            </a:extLst>
          </p:cNvPr>
          <p:cNvSpPr txBox="1">
            <a:spLocks/>
          </p:cNvSpPr>
          <p:nvPr/>
        </p:nvSpPr>
        <p:spPr>
          <a:xfrm>
            <a:off x="2934416" y="3490959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System Features</a:t>
            </a:r>
          </a:p>
        </p:txBody>
      </p:sp>
      <p:sp>
        <p:nvSpPr>
          <p:cNvPr id="33" name="Google Shape;1055;p76">
            <a:extLst>
              <a:ext uri="{FF2B5EF4-FFF2-40B4-BE49-F238E27FC236}">
                <a16:creationId xmlns:a16="http://schemas.microsoft.com/office/drawing/2014/main" id="{8C8DB97E-DBC3-5C9D-80B2-C5EB2D6CAD3D}"/>
              </a:ext>
            </a:extLst>
          </p:cNvPr>
          <p:cNvSpPr txBox="1">
            <a:spLocks/>
          </p:cNvSpPr>
          <p:nvPr/>
        </p:nvSpPr>
        <p:spPr>
          <a:xfrm>
            <a:off x="2259638" y="3452747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07</a:t>
            </a:r>
          </a:p>
        </p:txBody>
      </p:sp>
      <p:sp>
        <p:nvSpPr>
          <p:cNvPr id="34" name="Google Shape;1047;p76">
            <a:extLst>
              <a:ext uri="{FF2B5EF4-FFF2-40B4-BE49-F238E27FC236}">
                <a16:creationId xmlns:a16="http://schemas.microsoft.com/office/drawing/2014/main" id="{BDBB14B3-910C-5DE2-AEAC-292B3CF6981C}"/>
              </a:ext>
            </a:extLst>
          </p:cNvPr>
          <p:cNvSpPr txBox="1">
            <a:spLocks/>
          </p:cNvSpPr>
          <p:nvPr/>
        </p:nvSpPr>
        <p:spPr>
          <a:xfrm>
            <a:off x="2934416" y="3916218"/>
            <a:ext cx="3851737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marL="0" indent="0" algn="l"/>
            <a:r>
              <a:rPr lang="en-IN" dirty="0"/>
              <a:t>System Features</a:t>
            </a:r>
          </a:p>
        </p:txBody>
      </p:sp>
      <p:sp>
        <p:nvSpPr>
          <p:cNvPr id="35" name="Google Shape;1055;p76">
            <a:extLst>
              <a:ext uri="{FF2B5EF4-FFF2-40B4-BE49-F238E27FC236}">
                <a16:creationId xmlns:a16="http://schemas.microsoft.com/office/drawing/2014/main" id="{E86C1E97-E4CE-4570-A664-479A55380A8F}"/>
              </a:ext>
            </a:extLst>
          </p:cNvPr>
          <p:cNvSpPr txBox="1">
            <a:spLocks/>
          </p:cNvSpPr>
          <p:nvPr/>
        </p:nvSpPr>
        <p:spPr>
          <a:xfrm>
            <a:off x="2259638" y="3878006"/>
            <a:ext cx="674779" cy="4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5000" b="1" i="0" u="none" strike="noStrike" cap="none">
                <a:solidFill>
                  <a:schemeClr val="accent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000"/>
              <a:buFont typeface="Josefin Sans"/>
              <a:buNone/>
              <a:defRPr sz="4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algn="l"/>
            <a:r>
              <a:rPr lang="en" sz="2800" dirty="0"/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5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DrawMotion</a:t>
            </a:r>
            <a:endParaRPr dirty="0"/>
          </a:p>
        </p:txBody>
      </p:sp>
      <p:sp>
        <p:nvSpPr>
          <p:cNvPr id="1041" name="Google Shape;1041;p75"/>
          <p:cNvSpPr txBox="1">
            <a:spLocks noGrp="1"/>
          </p:cNvSpPr>
          <p:nvPr>
            <p:ph type="body" idx="1"/>
          </p:nvPr>
        </p:nvSpPr>
        <p:spPr>
          <a:xfrm>
            <a:off x="718675" y="1028700"/>
            <a:ext cx="7706400" cy="3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spcAft>
                <a:spcPts val="1600"/>
              </a:spcAft>
              <a:buNone/>
            </a:pPr>
            <a:r>
              <a:rPr lang="en-US" sz="1400" dirty="0" err="1"/>
              <a:t>DrawMotion</a:t>
            </a:r>
            <a:r>
              <a:rPr lang="en-US" sz="1400" dirty="0"/>
              <a:t> is a </a:t>
            </a:r>
            <a:r>
              <a:rPr lang="en-US" sz="1400" b="1" dirty="0"/>
              <a:t>real-time hand gesture tracking and interactive drawing system</a:t>
            </a:r>
            <a:r>
              <a:rPr lang="en-US" sz="1400" dirty="0"/>
              <a:t> that enables users to draw on a virtual canvas using finger movements. Unlike traditional methods that rely on external libraries like OpenCV or </a:t>
            </a:r>
            <a:r>
              <a:rPr lang="en-US" sz="1400" dirty="0" err="1"/>
              <a:t>MediaPipe</a:t>
            </a:r>
            <a:r>
              <a:rPr lang="en-US" sz="1400" dirty="0"/>
              <a:t>, this project is built entirely from scratch, using custom algorithms for </a:t>
            </a:r>
            <a:r>
              <a:rPr lang="en-US" sz="1400" b="1" dirty="0"/>
              <a:t>hand detection, tracking, and gesture recognition</a:t>
            </a:r>
            <a:r>
              <a:rPr lang="en-US" sz="1400" dirty="0"/>
              <a:t>.</a:t>
            </a: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8"/>
          <p:cNvSpPr txBox="1">
            <a:spLocks noGrp="1"/>
          </p:cNvSpPr>
          <p:nvPr>
            <p:ph type="title"/>
          </p:nvPr>
        </p:nvSpPr>
        <p:spPr>
          <a:xfrm>
            <a:off x="2461115" y="363275"/>
            <a:ext cx="42217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 and Scope</a:t>
            </a:r>
            <a:endParaRPr dirty="0"/>
          </a:p>
        </p:txBody>
      </p:sp>
      <p:sp>
        <p:nvSpPr>
          <p:cNvPr id="1381" name="Google Shape;1381;p98"/>
          <p:cNvSpPr txBox="1">
            <a:spLocks noGrp="1"/>
          </p:cNvSpPr>
          <p:nvPr>
            <p:ph type="subTitle" idx="1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1382" name="Google Shape;1382;p98"/>
          <p:cNvSpPr txBox="1">
            <a:spLocks noGrp="1"/>
          </p:cNvSpPr>
          <p:nvPr>
            <p:ph type="subTitle" idx="2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 algn="l"/>
            <a:r>
              <a:rPr lang="en-IN" dirty="0"/>
              <a:t>Custom Hand Detection &amp; Tracking</a:t>
            </a:r>
          </a:p>
          <a:p>
            <a:pPr marL="139700" lvl="0" indent="0" algn="l">
              <a:buNone/>
            </a:pPr>
            <a:endParaRPr lang="en-IN" dirty="0"/>
          </a:p>
          <a:p>
            <a:pPr lvl="0" indent="-317500" algn="l"/>
            <a:r>
              <a:rPr lang="en-IN" b="1" dirty="0"/>
              <a:t>Real-Time Performance</a:t>
            </a:r>
            <a:r>
              <a:rPr lang="en-IN" dirty="0"/>
              <a:t> (Minimal lag)</a:t>
            </a:r>
          </a:p>
          <a:p>
            <a:pPr lvl="0" indent="-317500" algn="l"/>
            <a:endParaRPr lang="en-IN" dirty="0"/>
          </a:p>
          <a:p>
            <a:pPr lvl="0" indent="-317500" algn="l"/>
            <a:r>
              <a:rPr lang="en-IN" dirty="0"/>
              <a:t>Gesture-Based Drawing</a:t>
            </a:r>
          </a:p>
          <a:p>
            <a:pPr lvl="0" indent="-317500" algn="l"/>
            <a:endParaRPr lang="en-IN" dirty="0"/>
          </a:p>
          <a:p>
            <a:pPr lvl="0" indent="-317500" algn="l"/>
            <a:r>
              <a:rPr lang="en-IN" dirty="0"/>
              <a:t>No Third-Party Libraries</a:t>
            </a:r>
            <a:endParaRPr dirty="0"/>
          </a:p>
          <a:p>
            <a:pPr lvl="0" indent="-317500" algn="l">
              <a:spcBef>
                <a:spcPts val="1000"/>
              </a:spcBef>
              <a:spcAft>
                <a:spcPts val="1000"/>
              </a:spcAft>
            </a:pPr>
            <a:r>
              <a:rPr lang="en-US" dirty="0"/>
              <a:t>Scalable for AR/VR, Accessibility</a:t>
            </a:r>
            <a:endParaRPr dirty="0"/>
          </a:p>
        </p:txBody>
      </p:sp>
      <p:sp>
        <p:nvSpPr>
          <p:cNvPr id="1383" name="Google Shape;1383;p98"/>
          <p:cNvSpPr txBox="1">
            <a:spLocks noGrp="1"/>
          </p:cNvSpPr>
          <p:nvPr>
            <p:ph type="subTitle" idx="3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Scope</a:t>
            </a:r>
            <a:endParaRPr dirty="0"/>
          </a:p>
        </p:txBody>
      </p:sp>
      <p:sp>
        <p:nvSpPr>
          <p:cNvPr id="1384" name="Google Shape;1384;p98"/>
          <p:cNvSpPr txBox="1">
            <a:spLocks noGrp="1"/>
          </p:cNvSpPr>
          <p:nvPr>
            <p:ph type="subTitle" idx="4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 algn="l"/>
            <a:r>
              <a:rPr lang="en-IN" dirty="0"/>
              <a:t>Real-Time Gesture Tracking</a:t>
            </a:r>
            <a:endParaRPr dirty="0"/>
          </a:p>
          <a:p>
            <a:pPr lvl="0" indent="-317500" algn="l">
              <a:spcBef>
                <a:spcPts val="1000"/>
              </a:spcBef>
            </a:pPr>
            <a:r>
              <a:rPr lang="en-IN" dirty="0"/>
              <a:t>Custom Algorithm Development</a:t>
            </a:r>
          </a:p>
          <a:p>
            <a:pPr lvl="0" indent="-317500" algn="l">
              <a:spcBef>
                <a:spcPts val="1000"/>
              </a:spcBef>
            </a:pPr>
            <a:r>
              <a:rPr lang="en-IN" dirty="0"/>
              <a:t>Compatible with various devices</a:t>
            </a:r>
            <a:endParaRPr dirty="0"/>
          </a:p>
          <a:p>
            <a:pPr lvl="0" indent="-317500" algn="l">
              <a:spcBef>
                <a:spcPts val="1000"/>
              </a:spcBef>
            </a:pPr>
            <a:r>
              <a:rPr lang="en-IN" dirty="0"/>
              <a:t>Future Scalability (Multi-hand, AR/VR, etc.)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>
          <a:extLst>
            <a:ext uri="{FF2B5EF4-FFF2-40B4-BE49-F238E27FC236}">
              <a16:creationId xmlns:a16="http://schemas.microsoft.com/office/drawing/2014/main" id="{F6EE009E-5655-390A-73B8-7E5DDB75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8">
            <a:extLst>
              <a:ext uri="{FF2B5EF4-FFF2-40B4-BE49-F238E27FC236}">
                <a16:creationId xmlns:a16="http://schemas.microsoft.com/office/drawing/2014/main" id="{C1DA6F91-286E-941F-4BFC-70767FE4F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1115" y="363275"/>
            <a:ext cx="42217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Requirements</a:t>
            </a:r>
            <a:endParaRPr dirty="0"/>
          </a:p>
        </p:txBody>
      </p:sp>
      <p:sp>
        <p:nvSpPr>
          <p:cNvPr id="1381" name="Google Shape;1381;p98">
            <a:extLst>
              <a:ext uri="{FF2B5EF4-FFF2-40B4-BE49-F238E27FC236}">
                <a16:creationId xmlns:a16="http://schemas.microsoft.com/office/drawing/2014/main" id="{6E6DB237-32AB-3544-41B7-3D3FBB8BF5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8350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</a:t>
            </a:r>
            <a:endParaRPr dirty="0"/>
          </a:p>
        </p:txBody>
      </p:sp>
      <p:sp>
        <p:nvSpPr>
          <p:cNvPr id="1382" name="Google Shape;1382;p98">
            <a:extLst>
              <a:ext uri="{FF2B5EF4-FFF2-40B4-BE49-F238E27FC236}">
                <a16:creationId xmlns:a16="http://schemas.microsoft.com/office/drawing/2014/main" id="{3741BF82-2AA0-8FAD-34D2-060600AC40F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817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>
              <a:buNone/>
            </a:pPr>
            <a:r>
              <a:rPr lang="en-IN" dirty="0"/>
              <a:t>HD Webcam, Intel i3+, 4GB RAM+</a:t>
            </a:r>
          </a:p>
        </p:txBody>
      </p:sp>
      <p:sp>
        <p:nvSpPr>
          <p:cNvPr id="1383" name="Google Shape;1383;p98">
            <a:extLst>
              <a:ext uri="{FF2B5EF4-FFF2-40B4-BE49-F238E27FC236}">
                <a16:creationId xmlns:a16="http://schemas.microsoft.com/office/drawing/2014/main" id="{B7210DEF-801B-427B-5B86-B34AAC3FB77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158975" y="1645450"/>
            <a:ext cx="27045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Software</a:t>
            </a:r>
            <a:endParaRPr dirty="0"/>
          </a:p>
        </p:txBody>
      </p:sp>
      <p:sp>
        <p:nvSpPr>
          <p:cNvPr id="1384" name="Google Shape;1384;p98">
            <a:extLst>
              <a:ext uri="{FF2B5EF4-FFF2-40B4-BE49-F238E27FC236}">
                <a16:creationId xmlns:a16="http://schemas.microsoft.com/office/drawing/2014/main" id="{218D6A5D-C0DE-1D55-2560-B0D22C972E5D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771825" y="2255400"/>
            <a:ext cx="3834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>
              <a:buNone/>
            </a:pPr>
            <a:r>
              <a:rPr lang="en-IN" b="1" dirty="0"/>
              <a:t>Python</a:t>
            </a:r>
            <a:r>
              <a:rPr lang="en-IN" dirty="0"/>
              <a:t> – Version 3.8 or higher (For Machine Learning &amp; Gesture Processing)</a:t>
            </a:r>
            <a:br>
              <a:rPr lang="en-IN" dirty="0"/>
            </a:br>
            <a:endParaRPr lang="en-IN" dirty="0"/>
          </a:p>
          <a:p>
            <a:pPr marL="139700" lvl="0" indent="0" algn="l">
              <a:buNone/>
            </a:pPr>
            <a:r>
              <a:rPr lang="en-IN" b="1" dirty="0"/>
              <a:t>JavaScript</a:t>
            </a:r>
            <a:r>
              <a:rPr lang="en-IN" dirty="0"/>
              <a:t> – ES6+ (For Frontend &amp; Backend)</a:t>
            </a:r>
            <a:br>
              <a:rPr lang="en-IN" dirty="0"/>
            </a:br>
            <a:endParaRPr lang="en-IN" dirty="0"/>
          </a:p>
          <a:p>
            <a:pPr marL="139700" lvl="0" indent="0" algn="l">
              <a:buNone/>
            </a:pPr>
            <a:r>
              <a:rPr lang="en-IN" b="1" dirty="0"/>
              <a:t>HTML5 &amp; CSS3</a:t>
            </a:r>
            <a:r>
              <a:rPr lang="en-IN" dirty="0"/>
              <a:t> – For Web UI</a:t>
            </a:r>
            <a:endParaRPr dirty="0"/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466D206A-0E6D-53D5-BD85-35FBAA965F54}"/>
              </a:ext>
            </a:extLst>
          </p:cNvPr>
          <p:cNvSpPr/>
          <p:nvPr/>
        </p:nvSpPr>
        <p:spPr>
          <a:xfrm>
            <a:off x="658315" y="1597034"/>
            <a:ext cx="565173" cy="452138"/>
          </a:xfrm>
          <a:custGeom>
            <a:avLst/>
            <a:gdLst/>
            <a:ahLst/>
            <a:cxnLst/>
            <a:rect l="l" t="t" r="r" b="b"/>
            <a:pathLst>
              <a:path w="1540070" h="1232056">
                <a:moveTo>
                  <a:pt x="0" y="0"/>
                </a:moveTo>
                <a:lnTo>
                  <a:pt x="1540071" y="0"/>
                </a:lnTo>
                <a:lnTo>
                  <a:pt x="1540071" y="1232056"/>
                </a:lnTo>
                <a:lnTo>
                  <a:pt x="0" y="1232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51CD5553-41B3-8A71-77A8-EF6DB6245C10}"/>
              </a:ext>
            </a:extLst>
          </p:cNvPr>
          <p:cNvSpPr/>
          <p:nvPr/>
        </p:nvSpPr>
        <p:spPr>
          <a:xfrm>
            <a:off x="5158975" y="1588663"/>
            <a:ext cx="485656" cy="468879"/>
          </a:xfrm>
          <a:custGeom>
            <a:avLst/>
            <a:gdLst/>
            <a:ahLst/>
            <a:cxnLst/>
            <a:rect l="l" t="t" r="r" b="b"/>
            <a:pathLst>
              <a:path w="1323392" h="1277675">
                <a:moveTo>
                  <a:pt x="0" y="0"/>
                </a:moveTo>
                <a:lnTo>
                  <a:pt x="1323392" y="0"/>
                </a:lnTo>
                <a:lnTo>
                  <a:pt x="1323392" y="1277675"/>
                </a:lnTo>
                <a:lnTo>
                  <a:pt x="0" y="12776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9848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7"/>
          <p:cNvSpPr txBox="1">
            <a:spLocks noGrp="1"/>
          </p:cNvSpPr>
          <p:nvPr>
            <p:ph type="title"/>
          </p:nvPr>
        </p:nvSpPr>
        <p:spPr>
          <a:xfrm>
            <a:off x="1816554" y="2611248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064" name="Google Shape;1064;p77"/>
          <p:cNvSpPr txBox="1">
            <a:spLocks noGrp="1"/>
          </p:cNvSpPr>
          <p:nvPr>
            <p:ph type="title" idx="2"/>
          </p:nvPr>
        </p:nvSpPr>
        <p:spPr>
          <a:xfrm>
            <a:off x="5458327" y="2611248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65" name="Google Shape;1065;p77"/>
          <p:cNvSpPr txBox="1">
            <a:spLocks noGrp="1"/>
          </p:cNvSpPr>
          <p:nvPr>
            <p:ph type="subTitle" idx="1"/>
          </p:nvPr>
        </p:nvSpPr>
        <p:spPr>
          <a:xfrm>
            <a:off x="207361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dirty="0"/>
              <a:t>Video Capture</a:t>
            </a:r>
            <a:endParaRPr dirty="0"/>
          </a:p>
        </p:txBody>
      </p:sp>
      <p:sp>
        <p:nvSpPr>
          <p:cNvPr id="1066" name="Google Shape;1066;p77"/>
          <p:cNvSpPr txBox="1">
            <a:spLocks noGrp="1"/>
          </p:cNvSpPr>
          <p:nvPr>
            <p:ph type="subTitle" idx="3"/>
          </p:nvPr>
        </p:nvSpPr>
        <p:spPr>
          <a:xfrm>
            <a:off x="361086" y="21566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Fetches live feed</a:t>
            </a:r>
            <a:endParaRPr dirty="0"/>
          </a:p>
        </p:txBody>
      </p:sp>
      <p:sp>
        <p:nvSpPr>
          <p:cNvPr id="1067" name="Google Shape;1067;p77"/>
          <p:cNvSpPr txBox="1">
            <a:spLocks noGrp="1"/>
          </p:cNvSpPr>
          <p:nvPr>
            <p:ph type="subTitle" idx="4"/>
          </p:nvPr>
        </p:nvSpPr>
        <p:spPr>
          <a:xfrm>
            <a:off x="3060800" y="1641600"/>
            <a:ext cx="266970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dirty="0"/>
              <a:t>Hand Tracking</a:t>
            </a:r>
            <a:endParaRPr dirty="0"/>
          </a:p>
        </p:txBody>
      </p:sp>
      <p:sp>
        <p:nvSpPr>
          <p:cNvPr id="1068" name="Google Shape;1068;p77"/>
          <p:cNvSpPr txBox="1">
            <a:spLocks noGrp="1"/>
          </p:cNvSpPr>
          <p:nvPr>
            <p:ph type="subTitle" idx="5"/>
          </p:nvPr>
        </p:nvSpPr>
        <p:spPr>
          <a:xfrm>
            <a:off x="3214550" y="215662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Detects hand positions</a:t>
            </a:r>
            <a:endParaRPr dirty="0"/>
          </a:p>
        </p:txBody>
      </p:sp>
      <p:sp>
        <p:nvSpPr>
          <p:cNvPr id="1069" name="Google Shape;1069;p77"/>
          <p:cNvSpPr txBox="1">
            <a:spLocks noGrp="1"/>
          </p:cNvSpPr>
          <p:nvPr>
            <p:ph type="subTitle" idx="6"/>
          </p:nvPr>
        </p:nvSpPr>
        <p:spPr>
          <a:xfrm>
            <a:off x="6070300" y="1641600"/>
            <a:ext cx="2944706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dirty="0"/>
              <a:t>Drawing Module</a:t>
            </a:r>
            <a:endParaRPr dirty="0"/>
          </a:p>
        </p:txBody>
      </p:sp>
      <p:sp>
        <p:nvSpPr>
          <p:cNvPr id="1070" name="Google Shape;1070;p77"/>
          <p:cNvSpPr txBox="1">
            <a:spLocks noGrp="1"/>
          </p:cNvSpPr>
          <p:nvPr>
            <p:ph type="subTitle" idx="7"/>
          </p:nvPr>
        </p:nvSpPr>
        <p:spPr>
          <a:xfrm>
            <a:off x="6068014" y="2156600"/>
            <a:ext cx="2907628" cy="587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Converts gestures into drawing</a:t>
            </a:r>
            <a:endParaRPr dirty="0"/>
          </a:p>
        </p:txBody>
      </p:sp>
      <p:sp>
        <p:nvSpPr>
          <p:cNvPr id="1071" name="Google Shape;1071;p77"/>
          <p:cNvSpPr txBox="1">
            <a:spLocks noGrp="1"/>
          </p:cNvSpPr>
          <p:nvPr>
            <p:ph type="subTitle" idx="8"/>
          </p:nvPr>
        </p:nvSpPr>
        <p:spPr>
          <a:xfrm>
            <a:off x="809901" y="3105100"/>
            <a:ext cx="360813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dirty="0"/>
              <a:t>Gesture Recognition</a:t>
            </a:r>
            <a:endParaRPr dirty="0"/>
          </a:p>
        </p:txBody>
      </p:sp>
      <p:sp>
        <p:nvSpPr>
          <p:cNvPr id="1072" name="Google Shape;1072;p77"/>
          <p:cNvSpPr txBox="1">
            <a:spLocks noGrp="1"/>
          </p:cNvSpPr>
          <p:nvPr>
            <p:ph type="subTitle" idx="9"/>
          </p:nvPr>
        </p:nvSpPr>
        <p:spPr>
          <a:xfrm>
            <a:off x="1106601" y="3620120"/>
            <a:ext cx="301473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Identifies finger movements</a:t>
            </a:r>
            <a:endParaRPr dirty="0"/>
          </a:p>
        </p:txBody>
      </p:sp>
      <p:sp>
        <p:nvSpPr>
          <p:cNvPr id="1073" name="Google Shape;1073;p77"/>
          <p:cNvSpPr txBox="1">
            <a:spLocks noGrp="1"/>
          </p:cNvSpPr>
          <p:nvPr>
            <p:ph type="subTitle" idx="13"/>
          </p:nvPr>
        </p:nvSpPr>
        <p:spPr>
          <a:xfrm>
            <a:off x="4405979" y="3105100"/>
            <a:ext cx="3699520" cy="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IN" dirty="0"/>
              <a:t>UI &amp; Event Handling</a:t>
            </a:r>
            <a:endParaRPr dirty="0"/>
          </a:p>
        </p:txBody>
      </p:sp>
      <p:sp>
        <p:nvSpPr>
          <p:cNvPr id="1074" name="Google Shape;1074;p77"/>
          <p:cNvSpPr txBox="1">
            <a:spLocks noGrp="1"/>
          </p:cNvSpPr>
          <p:nvPr>
            <p:ph type="subTitle" idx="14"/>
          </p:nvPr>
        </p:nvSpPr>
        <p:spPr>
          <a:xfrm>
            <a:off x="5074639" y="3620100"/>
            <a:ext cx="23622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Manages interactions</a:t>
            </a:r>
            <a:endParaRPr dirty="0"/>
          </a:p>
        </p:txBody>
      </p:sp>
      <p:sp>
        <p:nvSpPr>
          <p:cNvPr id="1075" name="Google Shape;1075;p77"/>
          <p:cNvSpPr txBox="1">
            <a:spLocks noGrp="1"/>
          </p:cNvSpPr>
          <p:nvPr>
            <p:ph type="title" idx="15"/>
          </p:nvPr>
        </p:nvSpPr>
        <p:spPr>
          <a:xfrm>
            <a:off x="744786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076" name="Google Shape;1076;p77"/>
          <p:cNvSpPr txBox="1">
            <a:spLocks noGrp="1"/>
          </p:cNvSpPr>
          <p:nvPr>
            <p:ph type="title" idx="16"/>
          </p:nvPr>
        </p:nvSpPr>
        <p:spPr>
          <a:xfrm>
            <a:off x="3598250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77" name="Google Shape;1077;p77"/>
          <p:cNvSpPr txBox="1">
            <a:spLocks noGrp="1"/>
          </p:cNvSpPr>
          <p:nvPr>
            <p:ph type="title" idx="17"/>
          </p:nvPr>
        </p:nvSpPr>
        <p:spPr>
          <a:xfrm>
            <a:off x="6745278" y="1132242"/>
            <a:ext cx="1594800" cy="6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078" name="Google Shape;1078;p77"/>
          <p:cNvSpPr txBox="1">
            <a:spLocks noGrp="1"/>
          </p:cNvSpPr>
          <p:nvPr>
            <p:ph type="title" idx="18"/>
          </p:nvPr>
        </p:nvSpPr>
        <p:spPr>
          <a:xfrm>
            <a:off x="2727000" y="363275"/>
            <a:ext cx="369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Modules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20"/>
          <p:cNvSpPr txBox="1">
            <a:spLocks noGrp="1"/>
          </p:cNvSpPr>
          <p:nvPr>
            <p:ph type="subTitle" idx="1"/>
          </p:nvPr>
        </p:nvSpPr>
        <p:spPr>
          <a:xfrm>
            <a:off x="1305971" y="2504472"/>
            <a:ext cx="4260521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IN" dirty="0"/>
              <a:t>Operational Feasibility</a:t>
            </a:r>
            <a:endParaRPr dirty="0"/>
          </a:p>
        </p:txBody>
      </p:sp>
      <p:sp>
        <p:nvSpPr>
          <p:cNvPr id="1901" name="Google Shape;1901;p120"/>
          <p:cNvSpPr txBox="1">
            <a:spLocks noGrp="1"/>
          </p:cNvSpPr>
          <p:nvPr>
            <p:ph type="subTitle" idx="2"/>
          </p:nvPr>
        </p:nvSpPr>
        <p:spPr>
          <a:xfrm>
            <a:off x="1822126" y="2861472"/>
            <a:ext cx="3826949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Ease of Use, User Training</a:t>
            </a:r>
            <a:endParaRPr dirty="0"/>
          </a:p>
        </p:txBody>
      </p:sp>
      <p:sp>
        <p:nvSpPr>
          <p:cNvPr id="1902" name="Google Shape;1902;p120"/>
          <p:cNvSpPr txBox="1">
            <a:spLocks noGrp="1"/>
          </p:cNvSpPr>
          <p:nvPr>
            <p:ph type="subTitle" idx="3"/>
          </p:nvPr>
        </p:nvSpPr>
        <p:spPr>
          <a:xfrm>
            <a:off x="1305971" y="1426122"/>
            <a:ext cx="3846705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IN" dirty="0"/>
              <a:t>Technical Feasibility</a:t>
            </a:r>
            <a:endParaRPr dirty="0"/>
          </a:p>
        </p:txBody>
      </p:sp>
      <p:sp>
        <p:nvSpPr>
          <p:cNvPr id="1903" name="Google Shape;1903;p120"/>
          <p:cNvSpPr txBox="1">
            <a:spLocks noGrp="1"/>
          </p:cNvSpPr>
          <p:nvPr>
            <p:ph type="subTitle" idx="4"/>
          </p:nvPr>
        </p:nvSpPr>
        <p:spPr>
          <a:xfrm>
            <a:off x="1822126" y="1783122"/>
            <a:ext cx="4361257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Technology Availability, Accuracy and Reliability</a:t>
            </a:r>
            <a:endParaRPr dirty="0"/>
          </a:p>
        </p:txBody>
      </p:sp>
      <p:sp>
        <p:nvSpPr>
          <p:cNvPr id="1908" name="Google Shape;1908;p120"/>
          <p:cNvSpPr txBox="1">
            <a:spLocks noGrp="1"/>
          </p:cNvSpPr>
          <p:nvPr>
            <p:ph type="subTitle" idx="9"/>
          </p:nvPr>
        </p:nvSpPr>
        <p:spPr>
          <a:xfrm>
            <a:off x="1305971" y="3582822"/>
            <a:ext cx="4133707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IN" dirty="0"/>
              <a:t>Economic Feasibility</a:t>
            </a:r>
            <a:endParaRPr dirty="0"/>
          </a:p>
        </p:txBody>
      </p:sp>
      <p:sp>
        <p:nvSpPr>
          <p:cNvPr id="1909" name="Google Shape;1909;p120"/>
          <p:cNvSpPr txBox="1">
            <a:spLocks noGrp="1"/>
          </p:cNvSpPr>
          <p:nvPr>
            <p:ph type="subTitle" idx="13"/>
          </p:nvPr>
        </p:nvSpPr>
        <p:spPr>
          <a:xfrm>
            <a:off x="1822126" y="3939821"/>
            <a:ext cx="3826949" cy="7732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N" dirty="0"/>
              <a:t>Development Cost, Maintenance Cost, Market Potential</a:t>
            </a:r>
            <a:endParaRPr dirty="0"/>
          </a:p>
        </p:txBody>
      </p:sp>
      <p:sp>
        <p:nvSpPr>
          <p:cNvPr id="1912" name="Google Shape;1912;p120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Josefin Sans"/>
                <a:ea typeface="Josefin Sans"/>
                <a:cs typeface="Josefin Sans"/>
                <a:sym typeface="Josefin Sans"/>
              </a:rPr>
              <a:t>Feasibility Study</a:t>
            </a:r>
            <a:endParaRPr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1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121"/>
          <p:cNvSpPr txBox="1">
            <a:spLocks noGrp="1"/>
          </p:cNvSpPr>
          <p:nvPr>
            <p:ph type="title"/>
          </p:nvPr>
        </p:nvSpPr>
        <p:spPr>
          <a:xfrm>
            <a:off x="1136494" y="120368"/>
            <a:ext cx="6871012" cy="629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400" dirty="0"/>
              <a:t>PROJECT REQUIREMENT GATHERING</a:t>
            </a:r>
          </a:p>
        </p:txBody>
      </p:sp>
      <p:graphicFrame>
        <p:nvGraphicFramePr>
          <p:cNvPr id="1918" name="Google Shape;1918;p121"/>
          <p:cNvGraphicFramePr/>
          <p:nvPr>
            <p:extLst>
              <p:ext uri="{D42A27DB-BD31-4B8C-83A1-F6EECF244321}">
                <p14:modId xmlns:p14="http://schemas.microsoft.com/office/powerpoint/2010/main" val="722153105"/>
              </p:ext>
            </p:extLst>
          </p:nvPr>
        </p:nvGraphicFramePr>
        <p:xfrm>
          <a:off x="1136494" y="1854919"/>
          <a:ext cx="6871012" cy="2896070"/>
        </p:xfrm>
        <a:graphic>
          <a:graphicData uri="http://schemas.openxmlformats.org/drawingml/2006/table">
            <a:tbl>
              <a:tblPr>
                <a:noFill/>
                <a:tableStyleId>{7773A065-E06D-4046-9655-6FFDFCCC0CE4}</a:tableStyleId>
              </a:tblPr>
              <a:tblGrid>
                <a:gridCol w="27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dk1"/>
                          </a:solidFill>
                          <a:latin typeface="Bebas Neue"/>
                          <a:ea typeface="Bebas Neue"/>
                          <a:cs typeface="Bebas Neue"/>
                          <a:sym typeface="Bebas Neue"/>
                        </a:rPr>
                        <a:t>Feature</a:t>
                      </a:r>
                      <a:endParaRPr sz="1400" dirty="0">
                        <a:solidFill>
                          <a:schemeClr val="dk1"/>
                        </a:solidFill>
                        <a:latin typeface="Bebas Neue"/>
                        <a:ea typeface="Bebas Neue"/>
                        <a:cs typeface="Bebas Neue"/>
                        <a:sym typeface="Bebas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 err="1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MediaPipe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/OpenCV-Based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Systems</a:t>
                      </a:r>
                      <a:endParaRPr sz="1400" b="1" dirty="0">
                        <a:solidFill>
                          <a:schemeClr val="dk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 err="1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DrawMotion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(</a:t>
                      </a:r>
                      <a:r>
                        <a:rPr lang="en-IN" sz="1400" b="1" dirty="0" err="1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CustomBuilt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Dependency on Libraries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High</a:t>
                      </a:r>
                      <a:endParaRPr sz="105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1A4568"/>
                          </a:solidFill>
                          <a:effectLst/>
                          <a:uLnTx/>
                          <a:uFillTx/>
                          <a:latin typeface="Josefin Sans"/>
                          <a:cs typeface="Arial"/>
                          <a:sym typeface="Josefin Sans"/>
                        </a:rPr>
                        <a:t>None</a:t>
                      </a:r>
                      <a:endParaRPr kumimoji="0" lang="en-IN" sz="10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A4568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Algorithm Control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Limited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sym typeface="Josefin Sans"/>
                        </a:rPr>
                        <a:t>Full Control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Scalability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Medium</a:t>
                      </a:r>
                      <a:endParaRPr sz="120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High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solidFill>
                            <a:schemeClr val="lt1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Customization of Features</a:t>
                      </a:r>
                      <a:endParaRPr sz="1200" b="1" dirty="0">
                        <a:solidFill>
                          <a:schemeClr val="lt1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Limited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Fully customizable</a:t>
                      </a:r>
                      <a:endParaRPr sz="12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4BEA373-1AA0-E91A-C057-B452E11B6CFE}"/>
              </a:ext>
            </a:extLst>
          </p:cNvPr>
          <p:cNvSpPr txBox="1"/>
          <p:nvPr/>
        </p:nvSpPr>
        <p:spPr>
          <a:xfrm>
            <a:off x="1136494" y="870120"/>
            <a:ext cx="5839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Josefin Sans" pitchFamily="2" charset="0"/>
                <a:ea typeface="Poppins Bold"/>
                <a:cs typeface="Poppins Bold"/>
                <a:sym typeface="Poppins Bold"/>
              </a:rPr>
              <a:t>Techniques : </a:t>
            </a:r>
            <a:r>
              <a:rPr lang="en-US" sz="1400" dirty="0">
                <a:solidFill>
                  <a:schemeClr val="tx1"/>
                </a:solidFill>
                <a:latin typeface="Josefin Sans" pitchFamily="2" charset="0"/>
                <a:ea typeface="Poppins Bold"/>
                <a:cs typeface="Poppins Bold"/>
                <a:sym typeface="Poppins Bold"/>
              </a:rPr>
              <a:t>Research and Literature Review</a:t>
            </a:r>
            <a:r>
              <a:rPr lang="en-US" sz="1400" dirty="0">
                <a:solidFill>
                  <a:schemeClr val="tx1"/>
                </a:solidFill>
                <a:latin typeface="Josefin Sans" pitchFamily="2" charset="0"/>
                <a:ea typeface="Poppins"/>
                <a:cs typeface="Poppins"/>
                <a:sym typeface="Poppins"/>
              </a:rPr>
              <a:t>, surveys, Prototyping.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532C5-1D93-1D5B-7D58-94A9B64139D7}"/>
              </a:ext>
            </a:extLst>
          </p:cNvPr>
          <p:cNvSpPr txBox="1"/>
          <p:nvPr/>
        </p:nvSpPr>
        <p:spPr>
          <a:xfrm>
            <a:off x="1136494" y="1362519"/>
            <a:ext cx="4467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Josefin Sans" pitchFamily="2" charset="0"/>
                <a:ea typeface="Poppins"/>
                <a:cs typeface="Poppins"/>
                <a:sym typeface="Poppins"/>
              </a:rPr>
              <a:t>Comparison 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5"/>
          <p:cNvSpPr txBox="1">
            <a:spLocks noGrp="1"/>
          </p:cNvSpPr>
          <p:nvPr>
            <p:ph type="title"/>
          </p:nvPr>
        </p:nvSpPr>
        <p:spPr>
          <a:xfrm>
            <a:off x="666813" y="1177795"/>
            <a:ext cx="4792889" cy="3717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Hand Gesture Recognition Using Deep Learning</a:t>
            </a:r>
            <a:endParaRPr sz="1400" dirty="0"/>
          </a:p>
        </p:txBody>
      </p:sp>
      <p:sp>
        <p:nvSpPr>
          <p:cNvPr id="1567" name="Google Shape;1567;p105"/>
          <p:cNvSpPr txBox="1">
            <a:spLocks noGrp="1"/>
          </p:cNvSpPr>
          <p:nvPr>
            <p:ph type="title" idx="2"/>
          </p:nvPr>
        </p:nvSpPr>
        <p:spPr>
          <a:xfrm>
            <a:off x="666813" y="1739241"/>
            <a:ext cx="7810374" cy="3717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Real-Time Hand Tracking and Gesture Recognition for Human-Computer Interaction</a:t>
            </a:r>
            <a:endParaRPr sz="1400" dirty="0"/>
          </a:p>
        </p:txBody>
      </p:sp>
      <p:sp>
        <p:nvSpPr>
          <p:cNvPr id="1569" name="Google Shape;1569;p105"/>
          <p:cNvSpPr txBox="1">
            <a:spLocks noGrp="1"/>
          </p:cNvSpPr>
          <p:nvPr>
            <p:ph type="title" idx="4"/>
          </p:nvPr>
        </p:nvSpPr>
        <p:spPr>
          <a:xfrm>
            <a:off x="666813" y="2917583"/>
            <a:ext cx="6348037" cy="42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Vision-Based Hand Gesture Recognition for Assistive Technologies</a:t>
            </a:r>
            <a:endParaRPr sz="1400" dirty="0"/>
          </a:p>
        </p:txBody>
      </p:sp>
      <p:sp>
        <p:nvSpPr>
          <p:cNvPr id="1571" name="Google Shape;1571;p105"/>
          <p:cNvSpPr txBox="1">
            <a:spLocks noGrp="1"/>
          </p:cNvSpPr>
          <p:nvPr>
            <p:ph type="title" idx="6"/>
          </p:nvPr>
        </p:nvSpPr>
        <p:spPr>
          <a:xfrm>
            <a:off x="666813" y="3534479"/>
            <a:ext cx="6254594" cy="3717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Gesture Recognition and Tracking for Real-Time Applications</a:t>
            </a:r>
            <a:endParaRPr sz="1400" dirty="0"/>
          </a:p>
        </p:txBody>
      </p:sp>
      <p:sp>
        <p:nvSpPr>
          <p:cNvPr id="1573" name="Google Shape;1573;p105"/>
          <p:cNvSpPr txBox="1">
            <a:spLocks noGrp="1"/>
          </p:cNvSpPr>
          <p:nvPr>
            <p:ph type="title" idx="8"/>
          </p:nvPr>
        </p:nvSpPr>
        <p:spPr>
          <a:xfrm>
            <a:off x="666813" y="2300687"/>
            <a:ext cx="5533753" cy="42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Interactive Drawing Systems Using Hand Gestures</a:t>
            </a:r>
            <a:endParaRPr sz="1400" dirty="0"/>
          </a:p>
        </p:txBody>
      </p:sp>
      <p:sp>
        <p:nvSpPr>
          <p:cNvPr id="1575" name="Google Shape;1575;p105"/>
          <p:cNvSpPr txBox="1">
            <a:spLocks noGrp="1"/>
          </p:cNvSpPr>
          <p:nvPr>
            <p:ph type="title" idx="13"/>
          </p:nvPr>
        </p:nvSpPr>
        <p:spPr>
          <a:xfrm>
            <a:off x="540000" y="363275"/>
            <a:ext cx="806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Josefin Sans"/>
                <a:ea typeface="Josefin Sans"/>
                <a:cs typeface="Josefin Sans"/>
                <a:sym typeface="Josefin Sans"/>
              </a:rPr>
              <a:t>Literature review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quatic and Physical Therapy Center XL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376</Words>
  <Application>Microsoft Office PowerPoint</Application>
  <PresentationFormat>On-screen Show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Josefin Sans</vt:lpstr>
      <vt:lpstr>Open Sans</vt:lpstr>
      <vt:lpstr>Bebas Neue</vt:lpstr>
      <vt:lpstr>Anaheim</vt:lpstr>
      <vt:lpstr>Arial</vt:lpstr>
      <vt:lpstr>Roboto Condensed Light</vt:lpstr>
      <vt:lpstr>Aquatic and Physical Therapy Center XL by Slidesgo</vt:lpstr>
      <vt:lpstr>Draw Motion: Real-Time Hand Gesture Tracking and Interactive Drawing System</vt:lpstr>
      <vt:lpstr>Table of contents</vt:lpstr>
      <vt:lpstr>DrawMotion</vt:lpstr>
      <vt:lpstr>Objectives and Scope</vt:lpstr>
      <vt:lpstr>Requirements</vt:lpstr>
      <vt:lpstr>04</vt:lpstr>
      <vt:lpstr>Feasibility Study</vt:lpstr>
      <vt:lpstr>PROJECT REQUIREMENT GATHERING</vt:lpstr>
      <vt:lpstr>Hand Gesture Recognition Using Deep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AKSHAY GOJIYA</cp:lastModifiedBy>
  <cp:revision>12</cp:revision>
  <dcterms:modified xsi:type="dcterms:W3CDTF">2025-02-07T11:35:05Z</dcterms:modified>
</cp:coreProperties>
</file>